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57" r:id="rId5"/>
    <p:sldId id="261" r:id="rId6"/>
    <p:sldId id="268" r:id="rId7"/>
    <p:sldId id="269" r:id="rId8"/>
    <p:sldId id="270" r:id="rId9"/>
    <p:sldId id="267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34B00E-B3D7-4A08-BE69-06425BE7F314}" v="15" dt="2021-01-01T06:29:09.992"/>
    <p1510:client id="{D7BF1754-02A2-4B66-9EDA-5450B6522E2A}" v="1689" dt="2021-01-01T06:23:38.1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3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12" Type="http://schemas.openxmlformats.org/officeDocument/2006/relationships/image" Target="../media/image29.sv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15.svg"/><Relationship Id="rId11" Type="http://schemas.openxmlformats.org/officeDocument/2006/relationships/image" Target="../media/image28.png"/><Relationship Id="rId5" Type="http://schemas.openxmlformats.org/officeDocument/2006/relationships/image" Target="../media/image14.png"/><Relationship Id="rId10" Type="http://schemas.openxmlformats.org/officeDocument/2006/relationships/image" Target="../media/image27.svg"/><Relationship Id="rId4" Type="http://schemas.openxmlformats.org/officeDocument/2006/relationships/image" Target="../media/image23.svg"/><Relationship Id="rId9" Type="http://schemas.openxmlformats.org/officeDocument/2006/relationships/image" Target="../media/image26.pn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4" Type="http://schemas.openxmlformats.org/officeDocument/2006/relationships/image" Target="../media/image3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12" Type="http://schemas.openxmlformats.org/officeDocument/2006/relationships/image" Target="../media/image29.sv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15.svg"/><Relationship Id="rId11" Type="http://schemas.openxmlformats.org/officeDocument/2006/relationships/image" Target="../media/image28.png"/><Relationship Id="rId5" Type="http://schemas.openxmlformats.org/officeDocument/2006/relationships/image" Target="../media/image14.png"/><Relationship Id="rId10" Type="http://schemas.openxmlformats.org/officeDocument/2006/relationships/image" Target="../media/image27.svg"/><Relationship Id="rId4" Type="http://schemas.openxmlformats.org/officeDocument/2006/relationships/image" Target="../media/image23.svg"/><Relationship Id="rId9" Type="http://schemas.openxmlformats.org/officeDocument/2006/relationships/image" Target="../media/image26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4" Type="http://schemas.openxmlformats.org/officeDocument/2006/relationships/image" Target="../media/image3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FCD9C6-AE33-4771-A449-0C627362381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2DFF331-0BCD-4E9D-8F8E-DCAFFB5CD3A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 this project, student and faculty can upload/download engineering subject notes. Users can also edit the notes uploaded by him.</a:t>
          </a:r>
        </a:p>
      </dgm:t>
    </dgm:pt>
    <dgm:pt modelId="{5C8F93E5-DD59-470A-8EB6-797DDBD3B5D2}" type="parTrans" cxnId="{27E2AAA9-276B-4139-BE9C-BBD693CE1BAC}">
      <dgm:prSet/>
      <dgm:spPr/>
      <dgm:t>
        <a:bodyPr/>
        <a:lstStyle/>
        <a:p>
          <a:endParaRPr lang="en-US"/>
        </a:p>
      </dgm:t>
    </dgm:pt>
    <dgm:pt modelId="{B836FCDA-7A1D-4F97-8773-1788C912BDED}" type="sibTrans" cxnId="{27E2AAA9-276B-4139-BE9C-BBD693CE1BAC}">
      <dgm:prSet/>
      <dgm:spPr/>
      <dgm:t>
        <a:bodyPr/>
        <a:lstStyle/>
        <a:p>
          <a:endParaRPr lang="en-US"/>
        </a:p>
      </dgm:t>
    </dgm:pt>
    <dgm:pt modelId="{CAFCE059-2A4D-489E-B6B6-3A50E220ED2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However the users (except administrator), do not have authority , to delete the records of the website.</a:t>
          </a:r>
        </a:p>
      </dgm:t>
    </dgm:pt>
    <dgm:pt modelId="{7551CF06-4AE0-497B-AB82-9D47D6FE17EE}" type="parTrans" cxnId="{8AAA5CAE-0984-480E-BA72-6D63A046E59B}">
      <dgm:prSet/>
      <dgm:spPr/>
      <dgm:t>
        <a:bodyPr/>
        <a:lstStyle/>
        <a:p>
          <a:endParaRPr lang="en-US"/>
        </a:p>
      </dgm:t>
    </dgm:pt>
    <dgm:pt modelId="{EA84218A-3EBC-488E-9FC5-3ED66CBEFC3A}" type="sibTrans" cxnId="{8AAA5CAE-0984-480E-BA72-6D63A046E59B}">
      <dgm:prSet/>
      <dgm:spPr/>
      <dgm:t>
        <a:bodyPr/>
        <a:lstStyle/>
        <a:p>
          <a:endParaRPr lang="en-US"/>
        </a:p>
      </dgm:t>
    </dgm:pt>
    <dgm:pt modelId="{047116B9-16DA-41A3-82F5-F3186757564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is also secure and easy to use process, considering the demands of multimedia notes.</a:t>
          </a:r>
        </a:p>
      </dgm:t>
    </dgm:pt>
    <dgm:pt modelId="{800D3900-AAED-4C54-9547-0BADFAC50782}" type="parTrans" cxnId="{AC008D97-4931-4EAC-B896-E126441FD5EA}">
      <dgm:prSet/>
      <dgm:spPr/>
      <dgm:t>
        <a:bodyPr/>
        <a:lstStyle/>
        <a:p>
          <a:endParaRPr lang="en-US"/>
        </a:p>
      </dgm:t>
    </dgm:pt>
    <dgm:pt modelId="{ADE054AC-4DAE-4E1E-A917-B0A42250BDF7}" type="sibTrans" cxnId="{AC008D97-4931-4EAC-B896-E126441FD5EA}">
      <dgm:prSet/>
      <dgm:spPr/>
      <dgm:t>
        <a:bodyPr/>
        <a:lstStyle/>
        <a:p>
          <a:endParaRPr lang="en-US"/>
        </a:p>
      </dgm:t>
    </dgm:pt>
    <dgm:pt modelId="{8D9CF3EB-25AF-40F3-BE44-8F7BB6FE5BC5}" type="pres">
      <dgm:prSet presAssocID="{FEFCD9C6-AE33-4771-A449-0C6273623811}" presName="root" presStyleCnt="0">
        <dgm:presLayoutVars>
          <dgm:dir/>
          <dgm:resizeHandles val="exact"/>
        </dgm:presLayoutVars>
      </dgm:prSet>
      <dgm:spPr/>
    </dgm:pt>
    <dgm:pt modelId="{48FA4B37-9A7F-4EDE-B0F8-8B7A985A9284}" type="pres">
      <dgm:prSet presAssocID="{B2DFF331-0BCD-4E9D-8F8E-DCAFFB5CD3A0}" presName="compNode" presStyleCnt="0"/>
      <dgm:spPr/>
    </dgm:pt>
    <dgm:pt modelId="{400132F2-23A3-4F0D-BC69-1E0A0A1EAFB1}" type="pres">
      <dgm:prSet presAssocID="{B2DFF331-0BCD-4E9D-8F8E-DCAFFB5CD3A0}" presName="bgRect" presStyleLbl="bgShp" presStyleIdx="0" presStyleCnt="3"/>
      <dgm:spPr/>
    </dgm:pt>
    <dgm:pt modelId="{3FF1977E-AEF9-4BFE-9F20-4D8667231A2E}" type="pres">
      <dgm:prSet presAssocID="{B2DFF331-0BCD-4E9D-8F8E-DCAFFB5CD3A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wnload"/>
        </a:ext>
      </dgm:extLst>
    </dgm:pt>
    <dgm:pt modelId="{EA4469F2-2317-4D37-B98F-00EE9A8B15F8}" type="pres">
      <dgm:prSet presAssocID="{B2DFF331-0BCD-4E9D-8F8E-DCAFFB5CD3A0}" presName="spaceRect" presStyleCnt="0"/>
      <dgm:spPr/>
    </dgm:pt>
    <dgm:pt modelId="{C055AFE1-432B-4442-99D0-918565BCFE2A}" type="pres">
      <dgm:prSet presAssocID="{B2DFF331-0BCD-4E9D-8F8E-DCAFFB5CD3A0}" presName="parTx" presStyleLbl="revTx" presStyleIdx="0" presStyleCnt="3">
        <dgm:presLayoutVars>
          <dgm:chMax val="0"/>
          <dgm:chPref val="0"/>
        </dgm:presLayoutVars>
      </dgm:prSet>
      <dgm:spPr/>
    </dgm:pt>
    <dgm:pt modelId="{A0C07608-EB37-40C6-B01D-62178E504ACE}" type="pres">
      <dgm:prSet presAssocID="{B836FCDA-7A1D-4F97-8773-1788C912BDED}" presName="sibTrans" presStyleCnt="0"/>
      <dgm:spPr/>
    </dgm:pt>
    <dgm:pt modelId="{79585690-ACB1-4E1A-8FE1-E9B47A565016}" type="pres">
      <dgm:prSet presAssocID="{CAFCE059-2A4D-489E-B6B6-3A50E220ED24}" presName="compNode" presStyleCnt="0"/>
      <dgm:spPr/>
    </dgm:pt>
    <dgm:pt modelId="{8433DB8B-9621-4D27-87CD-A49E3CB53B8C}" type="pres">
      <dgm:prSet presAssocID="{CAFCE059-2A4D-489E-B6B6-3A50E220ED24}" presName="bgRect" presStyleLbl="bgShp" presStyleIdx="1" presStyleCnt="3"/>
      <dgm:spPr/>
    </dgm:pt>
    <dgm:pt modelId="{B148C9E5-84AE-4B64-AE58-6BBBD36ECB38}" type="pres">
      <dgm:prSet presAssocID="{CAFCE059-2A4D-489E-B6B6-3A50E220ED2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92651357-2845-4358-ABA5-FC6BAB1FA6DA}" type="pres">
      <dgm:prSet presAssocID="{CAFCE059-2A4D-489E-B6B6-3A50E220ED24}" presName="spaceRect" presStyleCnt="0"/>
      <dgm:spPr/>
    </dgm:pt>
    <dgm:pt modelId="{495E1EAA-3B6A-4BB2-9937-0DA4932E3AAD}" type="pres">
      <dgm:prSet presAssocID="{CAFCE059-2A4D-489E-B6B6-3A50E220ED24}" presName="parTx" presStyleLbl="revTx" presStyleIdx="1" presStyleCnt="3">
        <dgm:presLayoutVars>
          <dgm:chMax val="0"/>
          <dgm:chPref val="0"/>
        </dgm:presLayoutVars>
      </dgm:prSet>
      <dgm:spPr/>
    </dgm:pt>
    <dgm:pt modelId="{E055CCF8-821E-45DF-A802-F67AA5F52A63}" type="pres">
      <dgm:prSet presAssocID="{EA84218A-3EBC-488E-9FC5-3ED66CBEFC3A}" presName="sibTrans" presStyleCnt="0"/>
      <dgm:spPr/>
    </dgm:pt>
    <dgm:pt modelId="{115F3CAA-5990-4096-B713-73EAAD35AE4B}" type="pres">
      <dgm:prSet presAssocID="{047116B9-16DA-41A3-82F5-F31867575640}" presName="compNode" presStyleCnt="0"/>
      <dgm:spPr/>
    </dgm:pt>
    <dgm:pt modelId="{EEC8FB3A-D1DA-4F7D-8831-52600AAA1464}" type="pres">
      <dgm:prSet presAssocID="{047116B9-16DA-41A3-82F5-F31867575640}" presName="bgRect" presStyleLbl="bgShp" presStyleIdx="2" presStyleCnt="3"/>
      <dgm:spPr/>
    </dgm:pt>
    <dgm:pt modelId="{A78E934F-BD92-4A46-B74A-ABF4422D8DA8}" type="pres">
      <dgm:prSet presAssocID="{047116B9-16DA-41A3-82F5-F3186757564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m reel"/>
        </a:ext>
      </dgm:extLst>
    </dgm:pt>
    <dgm:pt modelId="{199B0768-ABBE-4F0F-B54F-0E24DCCB0E8F}" type="pres">
      <dgm:prSet presAssocID="{047116B9-16DA-41A3-82F5-F31867575640}" presName="spaceRect" presStyleCnt="0"/>
      <dgm:spPr/>
    </dgm:pt>
    <dgm:pt modelId="{5B136AB1-8903-49A2-B314-0EF1D87341D8}" type="pres">
      <dgm:prSet presAssocID="{047116B9-16DA-41A3-82F5-F3186757564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C55324D-739B-4614-8837-1ADF22C1040E}" type="presOf" srcId="{FEFCD9C6-AE33-4771-A449-0C6273623811}" destId="{8D9CF3EB-25AF-40F3-BE44-8F7BB6FE5BC5}" srcOrd="0" destOrd="0" presId="urn:microsoft.com/office/officeart/2018/2/layout/IconVerticalSolidList"/>
    <dgm:cxn modelId="{22FE5751-6BA7-43E3-A157-467CC39705B5}" type="presOf" srcId="{B2DFF331-0BCD-4E9D-8F8E-DCAFFB5CD3A0}" destId="{C055AFE1-432B-4442-99D0-918565BCFE2A}" srcOrd="0" destOrd="0" presId="urn:microsoft.com/office/officeart/2018/2/layout/IconVerticalSolidList"/>
    <dgm:cxn modelId="{DDA33858-9329-4537-8F51-D5A3B871007C}" type="presOf" srcId="{047116B9-16DA-41A3-82F5-F31867575640}" destId="{5B136AB1-8903-49A2-B314-0EF1D87341D8}" srcOrd="0" destOrd="0" presId="urn:microsoft.com/office/officeart/2018/2/layout/IconVerticalSolidList"/>
    <dgm:cxn modelId="{AC008D97-4931-4EAC-B896-E126441FD5EA}" srcId="{FEFCD9C6-AE33-4771-A449-0C6273623811}" destId="{047116B9-16DA-41A3-82F5-F31867575640}" srcOrd="2" destOrd="0" parTransId="{800D3900-AAED-4C54-9547-0BADFAC50782}" sibTransId="{ADE054AC-4DAE-4E1E-A917-B0A42250BDF7}"/>
    <dgm:cxn modelId="{27E2AAA9-276B-4139-BE9C-BBD693CE1BAC}" srcId="{FEFCD9C6-AE33-4771-A449-0C6273623811}" destId="{B2DFF331-0BCD-4E9D-8F8E-DCAFFB5CD3A0}" srcOrd="0" destOrd="0" parTransId="{5C8F93E5-DD59-470A-8EB6-797DDBD3B5D2}" sibTransId="{B836FCDA-7A1D-4F97-8773-1788C912BDED}"/>
    <dgm:cxn modelId="{8AAA5CAE-0984-480E-BA72-6D63A046E59B}" srcId="{FEFCD9C6-AE33-4771-A449-0C6273623811}" destId="{CAFCE059-2A4D-489E-B6B6-3A50E220ED24}" srcOrd="1" destOrd="0" parTransId="{7551CF06-4AE0-497B-AB82-9D47D6FE17EE}" sibTransId="{EA84218A-3EBC-488E-9FC5-3ED66CBEFC3A}"/>
    <dgm:cxn modelId="{C3E969CD-0917-44EA-B320-DC5369C5F141}" type="presOf" srcId="{CAFCE059-2A4D-489E-B6B6-3A50E220ED24}" destId="{495E1EAA-3B6A-4BB2-9937-0DA4932E3AAD}" srcOrd="0" destOrd="0" presId="urn:microsoft.com/office/officeart/2018/2/layout/IconVerticalSolidList"/>
    <dgm:cxn modelId="{71114F98-436F-4690-AFAA-87980B46481F}" type="presParOf" srcId="{8D9CF3EB-25AF-40F3-BE44-8F7BB6FE5BC5}" destId="{48FA4B37-9A7F-4EDE-B0F8-8B7A985A9284}" srcOrd="0" destOrd="0" presId="urn:microsoft.com/office/officeart/2018/2/layout/IconVerticalSolidList"/>
    <dgm:cxn modelId="{B7584A91-A229-4ABC-8F48-9742E9911380}" type="presParOf" srcId="{48FA4B37-9A7F-4EDE-B0F8-8B7A985A9284}" destId="{400132F2-23A3-4F0D-BC69-1E0A0A1EAFB1}" srcOrd="0" destOrd="0" presId="urn:microsoft.com/office/officeart/2018/2/layout/IconVerticalSolidList"/>
    <dgm:cxn modelId="{CF439740-A641-4787-8548-BD42FC88567F}" type="presParOf" srcId="{48FA4B37-9A7F-4EDE-B0F8-8B7A985A9284}" destId="{3FF1977E-AEF9-4BFE-9F20-4D8667231A2E}" srcOrd="1" destOrd="0" presId="urn:microsoft.com/office/officeart/2018/2/layout/IconVerticalSolidList"/>
    <dgm:cxn modelId="{953C585E-3931-424C-BA49-57E789A7F8A3}" type="presParOf" srcId="{48FA4B37-9A7F-4EDE-B0F8-8B7A985A9284}" destId="{EA4469F2-2317-4D37-B98F-00EE9A8B15F8}" srcOrd="2" destOrd="0" presId="urn:microsoft.com/office/officeart/2018/2/layout/IconVerticalSolidList"/>
    <dgm:cxn modelId="{EF2A189D-BE9E-42E2-8345-EDE26BEAF542}" type="presParOf" srcId="{48FA4B37-9A7F-4EDE-B0F8-8B7A985A9284}" destId="{C055AFE1-432B-4442-99D0-918565BCFE2A}" srcOrd="3" destOrd="0" presId="urn:microsoft.com/office/officeart/2018/2/layout/IconVerticalSolidList"/>
    <dgm:cxn modelId="{4D818031-CE6C-4373-8FF7-E40E1D544A04}" type="presParOf" srcId="{8D9CF3EB-25AF-40F3-BE44-8F7BB6FE5BC5}" destId="{A0C07608-EB37-40C6-B01D-62178E504ACE}" srcOrd="1" destOrd="0" presId="urn:microsoft.com/office/officeart/2018/2/layout/IconVerticalSolidList"/>
    <dgm:cxn modelId="{594C1F21-45AB-4A2E-94FE-0B1BA4A0124D}" type="presParOf" srcId="{8D9CF3EB-25AF-40F3-BE44-8F7BB6FE5BC5}" destId="{79585690-ACB1-4E1A-8FE1-E9B47A565016}" srcOrd="2" destOrd="0" presId="urn:microsoft.com/office/officeart/2018/2/layout/IconVerticalSolidList"/>
    <dgm:cxn modelId="{DEFD685C-CE9C-49B4-9F53-A9B6AFD4B234}" type="presParOf" srcId="{79585690-ACB1-4E1A-8FE1-E9B47A565016}" destId="{8433DB8B-9621-4D27-87CD-A49E3CB53B8C}" srcOrd="0" destOrd="0" presId="urn:microsoft.com/office/officeart/2018/2/layout/IconVerticalSolidList"/>
    <dgm:cxn modelId="{BA4793C6-E739-49E7-BCC0-0C9A04E01A07}" type="presParOf" srcId="{79585690-ACB1-4E1A-8FE1-E9B47A565016}" destId="{B148C9E5-84AE-4B64-AE58-6BBBD36ECB38}" srcOrd="1" destOrd="0" presId="urn:microsoft.com/office/officeart/2018/2/layout/IconVerticalSolidList"/>
    <dgm:cxn modelId="{D06AD746-0D0E-42FA-B7F2-EC4805B479A3}" type="presParOf" srcId="{79585690-ACB1-4E1A-8FE1-E9B47A565016}" destId="{92651357-2845-4358-ABA5-FC6BAB1FA6DA}" srcOrd="2" destOrd="0" presId="urn:microsoft.com/office/officeart/2018/2/layout/IconVerticalSolidList"/>
    <dgm:cxn modelId="{F5E2971F-EA4B-43E9-9589-C9E14A86E3E1}" type="presParOf" srcId="{79585690-ACB1-4E1A-8FE1-E9B47A565016}" destId="{495E1EAA-3B6A-4BB2-9937-0DA4932E3AAD}" srcOrd="3" destOrd="0" presId="urn:microsoft.com/office/officeart/2018/2/layout/IconVerticalSolidList"/>
    <dgm:cxn modelId="{DC022B54-BC69-4FEC-B8E7-746EB7D770F3}" type="presParOf" srcId="{8D9CF3EB-25AF-40F3-BE44-8F7BB6FE5BC5}" destId="{E055CCF8-821E-45DF-A802-F67AA5F52A63}" srcOrd="3" destOrd="0" presId="urn:microsoft.com/office/officeart/2018/2/layout/IconVerticalSolidList"/>
    <dgm:cxn modelId="{C48B6687-5BD0-4DE5-86F9-6ABCCF1AFE9C}" type="presParOf" srcId="{8D9CF3EB-25AF-40F3-BE44-8F7BB6FE5BC5}" destId="{115F3CAA-5990-4096-B713-73EAAD35AE4B}" srcOrd="4" destOrd="0" presId="urn:microsoft.com/office/officeart/2018/2/layout/IconVerticalSolidList"/>
    <dgm:cxn modelId="{9F211288-C64A-42B5-8F5A-C43BE16FDA49}" type="presParOf" srcId="{115F3CAA-5990-4096-B713-73EAAD35AE4B}" destId="{EEC8FB3A-D1DA-4F7D-8831-52600AAA1464}" srcOrd="0" destOrd="0" presId="urn:microsoft.com/office/officeart/2018/2/layout/IconVerticalSolidList"/>
    <dgm:cxn modelId="{A9CA71D2-5989-4899-8EE6-86F6222AF861}" type="presParOf" srcId="{115F3CAA-5990-4096-B713-73EAAD35AE4B}" destId="{A78E934F-BD92-4A46-B74A-ABF4422D8DA8}" srcOrd="1" destOrd="0" presId="urn:microsoft.com/office/officeart/2018/2/layout/IconVerticalSolidList"/>
    <dgm:cxn modelId="{B01A7F3D-4B91-456E-BDF8-CB49F3D88C79}" type="presParOf" srcId="{115F3CAA-5990-4096-B713-73EAAD35AE4B}" destId="{199B0768-ABBE-4F0F-B54F-0E24DCCB0E8F}" srcOrd="2" destOrd="0" presId="urn:microsoft.com/office/officeart/2018/2/layout/IconVerticalSolidList"/>
    <dgm:cxn modelId="{030F8CE8-1B1A-44AB-BC20-0D7A7B52E67B}" type="presParOf" srcId="{115F3CAA-5990-4096-B713-73EAAD35AE4B}" destId="{5B136AB1-8903-49A2-B314-0EF1D87341D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9D0CFEE-D81F-4D68-A61A-08FD2B83999E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68E9B19-BB89-4A0B-8D1B-C16ECEF96A3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reduce manual paperwork. </a:t>
          </a:r>
        </a:p>
      </dgm:t>
    </dgm:pt>
    <dgm:pt modelId="{D53D3DD3-CB3B-4564-8047-3A7151246184}" type="parTrans" cxnId="{F528F5DB-59CC-431A-8667-909615DE2BB2}">
      <dgm:prSet/>
      <dgm:spPr/>
      <dgm:t>
        <a:bodyPr/>
        <a:lstStyle/>
        <a:p>
          <a:endParaRPr lang="en-US"/>
        </a:p>
      </dgm:t>
    </dgm:pt>
    <dgm:pt modelId="{3DD6E99F-814C-4F6D-810D-A95CEA803544}" type="sibTrans" cxnId="{F528F5DB-59CC-431A-8667-909615DE2BB2}">
      <dgm:prSet/>
      <dgm:spPr/>
      <dgm:t>
        <a:bodyPr/>
        <a:lstStyle/>
        <a:p>
          <a:endParaRPr lang="en-US"/>
        </a:p>
      </dgm:t>
    </dgm:pt>
    <dgm:pt modelId="{CAD18286-CDA7-4C3D-B1EE-690EA913E6F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Reduced sharing and distribution time. </a:t>
          </a:r>
        </a:p>
      </dgm:t>
    </dgm:pt>
    <dgm:pt modelId="{50316F9A-0AC6-48F5-9322-7C749F2B0BED}" type="parTrans" cxnId="{8D85A1F5-7358-4767-B60A-81406C3F3865}">
      <dgm:prSet/>
      <dgm:spPr/>
      <dgm:t>
        <a:bodyPr/>
        <a:lstStyle/>
        <a:p>
          <a:endParaRPr lang="en-US"/>
        </a:p>
      </dgm:t>
    </dgm:pt>
    <dgm:pt modelId="{287A92DF-5CF5-4C34-BB7A-EECDA5170A5E}" type="sibTrans" cxnId="{8D85A1F5-7358-4767-B60A-81406C3F3865}">
      <dgm:prSet/>
      <dgm:spPr/>
      <dgm:t>
        <a:bodyPr/>
        <a:lstStyle/>
        <a:p>
          <a:endParaRPr lang="en-US"/>
        </a:p>
      </dgm:t>
    </dgm:pt>
    <dgm:pt modelId="{9E793922-0ABB-4AF4-AB4E-B1861898F6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Increased reliability. </a:t>
          </a:r>
        </a:p>
      </dgm:t>
    </dgm:pt>
    <dgm:pt modelId="{78163927-CA42-4F0B-B3EA-59379041963F}" type="parTrans" cxnId="{33D23513-A2B5-4E03-85EA-58E0EB7E5C1A}">
      <dgm:prSet/>
      <dgm:spPr/>
      <dgm:t>
        <a:bodyPr/>
        <a:lstStyle/>
        <a:p>
          <a:endParaRPr lang="en-US"/>
        </a:p>
      </dgm:t>
    </dgm:pt>
    <dgm:pt modelId="{DCBB643B-AE82-4038-9D33-A14824006DDB}" type="sibTrans" cxnId="{33D23513-A2B5-4E03-85EA-58E0EB7E5C1A}">
      <dgm:prSet/>
      <dgm:spPr/>
      <dgm:t>
        <a:bodyPr/>
        <a:lstStyle/>
        <a:p>
          <a:endParaRPr lang="en-US"/>
        </a:p>
      </dgm:t>
    </dgm:pt>
    <dgm:pt modelId="{FA1FB73D-11E2-466A-B56D-253B2F7CD93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Increased operational efficiency. </a:t>
          </a:r>
        </a:p>
      </dgm:t>
    </dgm:pt>
    <dgm:pt modelId="{A9EEE3F4-5508-47B4-B735-D9C019767BB1}" type="parTrans" cxnId="{AC88E84F-A0B2-4ED3-B893-AB04B7F013BA}">
      <dgm:prSet/>
      <dgm:spPr/>
      <dgm:t>
        <a:bodyPr/>
        <a:lstStyle/>
        <a:p>
          <a:endParaRPr lang="en-US"/>
        </a:p>
      </dgm:t>
    </dgm:pt>
    <dgm:pt modelId="{82FEDE3E-CE17-4D7A-9194-EBA83E551830}" type="sibTrans" cxnId="{AC88E84F-A0B2-4ED3-B893-AB04B7F013BA}">
      <dgm:prSet/>
      <dgm:spPr/>
      <dgm:t>
        <a:bodyPr/>
        <a:lstStyle/>
        <a:p>
          <a:endParaRPr lang="en-US"/>
        </a:p>
      </dgm:t>
    </dgm:pt>
    <dgm:pt modelId="{CB2E5180-C65F-491A-8B33-11217BE367F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Security. </a:t>
          </a:r>
        </a:p>
      </dgm:t>
    </dgm:pt>
    <dgm:pt modelId="{D183861B-5D0C-4F14-AD4C-5E9993654B7D}" type="parTrans" cxnId="{80E2A829-5BF6-4C3E-93A5-171C3E6470BF}">
      <dgm:prSet/>
      <dgm:spPr/>
      <dgm:t>
        <a:bodyPr/>
        <a:lstStyle/>
        <a:p>
          <a:endParaRPr lang="en-US"/>
        </a:p>
      </dgm:t>
    </dgm:pt>
    <dgm:pt modelId="{153D4870-5AAC-413D-9671-F4C615100C53}" type="sibTrans" cxnId="{80E2A829-5BF6-4C3E-93A5-171C3E6470BF}">
      <dgm:prSet/>
      <dgm:spPr/>
      <dgm:t>
        <a:bodyPr/>
        <a:lstStyle/>
        <a:p>
          <a:endParaRPr lang="en-US"/>
        </a:p>
      </dgm:t>
    </dgm:pt>
    <dgm:pt modelId="{98753EE1-807F-4154-9383-F19ED7D5CBA4}" type="pres">
      <dgm:prSet presAssocID="{F9D0CFEE-D81F-4D68-A61A-08FD2B83999E}" presName="root" presStyleCnt="0">
        <dgm:presLayoutVars>
          <dgm:dir/>
          <dgm:resizeHandles val="exact"/>
        </dgm:presLayoutVars>
      </dgm:prSet>
      <dgm:spPr/>
    </dgm:pt>
    <dgm:pt modelId="{EA7015ED-B5A7-485B-8BD2-D85031969B13}" type="pres">
      <dgm:prSet presAssocID="{E68E9B19-BB89-4A0B-8D1B-C16ECEF96A35}" presName="compNode" presStyleCnt="0"/>
      <dgm:spPr/>
    </dgm:pt>
    <dgm:pt modelId="{43D68DD0-2B41-4DAD-9417-E1825011A35B}" type="pres">
      <dgm:prSet presAssocID="{E68E9B19-BB89-4A0B-8D1B-C16ECEF96A3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B27D75E1-B080-4704-825A-FFB421B3CC0C}" type="pres">
      <dgm:prSet presAssocID="{E68E9B19-BB89-4A0B-8D1B-C16ECEF96A35}" presName="spaceRect" presStyleCnt="0"/>
      <dgm:spPr/>
    </dgm:pt>
    <dgm:pt modelId="{D6063061-0D77-4B2B-9EA4-FEC2252CC782}" type="pres">
      <dgm:prSet presAssocID="{E68E9B19-BB89-4A0B-8D1B-C16ECEF96A35}" presName="textRect" presStyleLbl="revTx" presStyleIdx="0" presStyleCnt="5">
        <dgm:presLayoutVars>
          <dgm:chMax val="1"/>
          <dgm:chPref val="1"/>
        </dgm:presLayoutVars>
      </dgm:prSet>
      <dgm:spPr/>
    </dgm:pt>
    <dgm:pt modelId="{1D9C0AC1-0DDA-4E1A-89A5-A2388E7DC951}" type="pres">
      <dgm:prSet presAssocID="{3DD6E99F-814C-4F6D-810D-A95CEA803544}" presName="sibTrans" presStyleCnt="0"/>
      <dgm:spPr/>
    </dgm:pt>
    <dgm:pt modelId="{D48B0430-E9D5-449D-81F7-4A59F8AB7ECD}" type="pres">
      <dgm:prSet presAssocID="{CAD18286-CDA7-4C3D-B1EE-690EA913E6F7}" presName="compNode" presStyleCnt="0"/>
      <dgm:spPr/>
    </dgm:pt>
    <dgm:pt modelId="{FA5A249D-E9A5-4503-9DA3-ECE43DA9D181}" type="pres">
      <dgm:prSet presAssocID="{CAD18286-CDA7-4C3D-B1EE-690EA913E6F7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inimize"/>
        </a:ext>
      </dgm:extLst>
    </dgm:pt>
    <dgm:pt modelId="{8B6B5F76-3F1D-4101-BEC5-5542BAE1329F}" type="pres">
      <dgm:prSet presAssocID="{CAD18286-CDA7-4C3D-B1EE-690EA913E6F7}" presName="spaceRect" presStyleCnt="0"/>
      <dgm:spPr/>
    </dgm:pt>
    <dgm:pt modelId="{56A8CEBA-356E-4EF7-92FD-DFF36E4C16D4}" type="pres">
      <dgm:prSet presAssocID="{CAD18286-CDA7-4C3D-B1EE-690EA913E6F7}" presName="textRect" presStyleLbl="revTx" presStyleIdx="1" presStyleCnt="5">
        <dgm:presLayoutVars>
          <dgm:chMax val="1"/>
          <dgm:chPref val="1"/>
        </dgm:presLayoutVars>
      </dgm:prSet>
      <dgm:spPr/>
    </dgm:pt>
    <dgm:pt modelId="{30546AD6-7C92-4D86-9A16-0BCB2D62C7EB}" type="pres">
      <dgm:prSet presAssocID="{287A92DF-5CF5-4C34-BB7A-EECDA5170A5E}" presName="sibTrans" presStyleCnt="0"/>
      <dgm:spPr/>
    </dgm:pt>
    <dgm:pt modelId="{95AA4D0F-94E4-4D2D-B239-2B52FB85C1ED}" type="pres">
      <dgm:prSet presAssocID="{9E793922-0ABB-4AF4-AB4E-B1861898F6B5}" presName="compNode" presStyleCnt="0"/>
      <dgm:spPr/>
    </dgm:pt>
    <dgm:pt modelId="{371DB855-8608-4A81-A8A7-E08B8FCECCFD}" type="pres">
      <dgm:prSet presAssocID="{9E793922-0ABB-4AF4-AB4E-B1861898F6B5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1AE1E11A-CA38-47E4-BEFE-B06517913789}" type="pres">
      <dgm:prSet presAssocID="{9E793922-0ABB-4AF4-AB4E-B1861898F6B5}" presName="spaceRect" presStyleCnt="0"/>
      <dgm:spPr/>
    </dgm:pt>
    <dgm:pt modelId="{13C2D300-DC57-4D0F-9837-6A1A72C99408}" type="pres">
      <dgm:prSet presAssocID="{9E793922-0ABB-4AF4-AB4E-B1861898F6B5}" presName="textRect" presStyleLbl="revTx" presStyleIdx="2" presStyleCnt="5">
        <dgm:presLayoutVars>
          <dgm:chMax val="1"/>
          <dgm:chPref val="1"/>
        </dgm:presLayoutVars>
      </dgm:prSet>
      <dgm:spPr/>
    </dgm:pt>
    <dgm:pt modelId="{161FCB7C-4A34-487D-AB3C-0753AFACDD1D}" type="pres">
      <dgm:prSet presAssocID="{DCBB643B-AE82-4038-9D33-A14824006DDB}" presName="sibTrans" presStyleCnt="0"/>
      <dgm:spPr/>
    </dgm:pt>
    <dgm:pt modelId="{4D2BCFB4-943C-468D-809E-72BCD0D875AB}" type="pres">
      <dgm:prSet presAssocID="{FA1FB73D-11E2-466A-B56D-253B2F7CD935}" presName="compNode" presStyleCnt="0"/>
      <dgm:spPr/>
    </dgm:pt>
    <dgm:pt modelId="{A246B0FA-BBEF-40B9-85B2-74A34616EF9D}" type="pres">
      <dgm:prSet presAssocID="{FA1FB73D-11E2-466A-B56D-253B2F7CD935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4EBA1D8F-8304-4DAB-9E49-53F5BFB77F1D}" type="pres">
      <dgm:prSet presAssocID="{FA1FB73D-11E2-466A-B56D-253B2F7CD935}" presName="spaceRect" presStyleCnt="0"/>
      <dgm:spPr/>
    </dgm:pt>
    <dgm:pt modelId="{55247BEB-350B-4C77-B288-0CE29F1C327D}" type="pres">
      <dgm:prSet presAssocID="{FA1FB73D-11E2-466A-B56D-253B2F7CD935}" presName="textRect" presStyleLbl="revTx" presStyleIdx="3" presStyleCnt="5">
        <dgm:presLayoutVars>
          <dgm:chMax val="1"/>
          <dgm:chPref val="1"/>
        </dgm:presLayoutVars>
      </dgm:prSet>
      <dgm:spPr/>
    </dgm:pt>
    <dgm:pt modelId="{4BF426E4-F442-41A2-B355-BED1AD4091B8}" type="pres">
      <dgm:prSet presAssocID="{82FEDE3E-CE17-4D7A-9194-EBA83E551830}" presName="sibTrans" presStyleCnt="0"/>
      <dgm:spPr/>
    </dgm:pt>
    <dgm:pt modelId="{852D57E7-D944-47C8-84E8-64822DF3E59D}" type="pres">
      <dgm:prSet presAssocID="{CB2E5180-C65F-491A-8B33-11217BE367F2}" presName="compNode" presStyleCnt="0"/>
      <dgm:spPr/>
    </dgm:pt>
    <dgm:pt modelId="{C0937CA9-9603-4427-A41D-B85C4D48E847}" type="pres">
      <dgm:prSet presAssocID="{CB2E5180-C65F-491A-8B33-11217BE367F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6CD17134-B973-4F98-8695-8CF7646AC0BF}" type="pres">
      <dgm:prSet presAssocID="{CB2E5180-C65F-491A-8B33-11217BE367F2}" presName="spaceRect" presStyleCnt="0"/>
      <dgm:spPr/>
    </dgm:pt>
    <dgm:pt modelId="{DC38312D-92A7-4F4F-A549-B6537EA42198}" type="pres">
      <dgm:prSet presAssocID="{CB2E5180-C65F-491A-8B33-11217BE367F2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9FBC8212-1F2C-4D37-AD1F-2984300DA92F}" type="presOf" srcId="{CB2E5180-C65F-491A-8B33-11217BE367F2}" destId="{DC38312D-92A7-4F4F-A549-B6537EA42198}" srcOrd="0" destOrd="0" presId="urn:microsoft.com/office/officeart/2018/2/layout/IconLabelList"/>
    <dgm:cxn modelId="{22561013-3959-4F8D-A2D2-A68A053492F6}" type="presOf" srcId="{9E793922-0ABB-4AF4-AB4E-B1861898F6B5}" destId="{13C2D300-DC57-4D0F-9837-6A1A72C99408}" srcOrd="0" destOrd="0" presId="urn:microsoft.com/office/officeart/2018/2/layout/IconLabelList"/>
    <dgm:cxn modelId="{33D23513-A2B5-4E03-85EA-58E0EB7E5C1A}" srcId="{F9D0CFEE-D81F-4D68-A61A-08FD2B83999E}" destId="{9E793922-0ABB-4AF4-AB4E-B1861898F6B5}" srcOrd="2" destOrd="0" parTransId="{78163927-CA42-4F0B-B3EA-59379041963F}" sibTransId="{DCBB643B-AE82-4038-9D33-A14824006DDB}"/>
    <dgm:cxn modelId="{80E2A829-5BF6-4C3E-93A5-171C3E6470BF}" srcId="{F9D0CFEE-D81F-4D68-A61A-08FD2B83999E}" destId="{CB2E5180-C65F-491A-8B33-11217BE367F2}" srcOrd="4" destOrd="0" parTransId="{D183861B-5D0C-4F14-AD4C-5E9993654B7D}" sibTransId="{153D4870-5AAC-413D-9671-F4C615100C53}"/>
    <dgm:cxn modelId="{22366F6A-A3A8-4C89-92D8-E7106934AD71}" type="presOf" srcId="{CAD18286-CDA7-4C3D-B1EE-690EA913E6F7}" destId="{56A8CEBA-356E-4EF7-92FD-DFF36E4C16D4}" srcOrd="0" destOrd="0" presId="urn:microsoft.com/office/officeart/2018/2/layout/IconLabelList"/>
    <dgm:cxn modelId="{AC88E84F-A0B2-4ED3-B893-AB04B7F013BA}" srcId="{F9D0CFEE-D81F-4D68-A61A-08FD2B83999E}" destId="{FA1FB73D-11E2-466A-B56D-253B2F7CD935}" srcOrd="3" destOrd="0" parTransId="{A9EEE3F4-5508-47B4-B735-D9C019767BB1}" sibTransId="{82FEDE3E-CE17-4D7A-9194-EBA83E551830}"/>
    <dgm:cxn modelId="{47C4C18A-F536-4DC9-ACC0-62C0BD26C544}" type="presOf" srcId="{F9D0CFEE-D81F-4D68-A61A-08FD2B83999E}" destId="{98753EE1-807F-4154-9383-F19ED7D5CBA4}" srcOrd="0" destOrd="0" presId="urn:microsoft.com/office/officeart/2018/2/layout/IconLabelList"/>
    <dgm:cxn modelId="{98FDC4A9-0F9C-427C-9793-9EC143716EE8}" type="presOf" srcId="{E68E9B19-BB89-4A0B-8D1B-C16ECEF96A35}" destId="{D6063061-0D77-4B2B-9EA4-FEC2252CC782}" srcOrd="0" destOrd="0" presId="urn:microsoft.com/office/officeart/2018/2/layout/IconLabelList"/>
    <dgm:cxn modelId="{F528F5DB-59CC-431A-8667-909615DE2BB2}" srcId="{F9D0CFEE-D81F-4D68-A61A-08FD2B83999E}" destId="{E68E9B19-BB89-4A0B-8D1B-C16ECEF96A35}" srcOrd="0" destOrd="0" parTransId="{D53D3DD3-CB3B-4564-8047-3A7151246184}" sibTransId="{3DD6E99F-814C-4F6D-810D-A95CEA803544}"/>
    <dgm:cxn modelId="{9879B8E6-7DFE-436E-8696-EC8911FD0B20}" type="presOf" srcId="{FA1FB73D-11E2-466A-B56D-253B2F7CD935}" destId="{55247BEB-350B-4C77-B288-0CE29F1C327D}" srcOrd="0" destOrd="0" presId="urn:microsoft.com/office/officeart/2018/2/layout/IconLabelList"/>
    <dgm:cxn modelId="{8D85A1F5-7358-4767-B60A-81406C3F3865}" srcId="{F9D0CFEE-D81F-4D68-A61A-08FD2B83999E}" destId="{CAD18286-CDA7-4C3D-B1EE-690EA913E6F7}" srcOrd="1" destOrd="0" parTransId="{50316F9A-0AC6-48F5-9322-7C749F2B0BED}" sibTransId="{287A92DF-5CF5-4C34-BB7A-EECDA5170A5E}"/>
    <dgm:cxn modelId="{41F62500-8000-4A49-B0ED-769FFF700932}" type="presParOf" srcId="{98753EE1-807F-4154-9383-F19ED7D5CBA4}" destId="{EA7015ED-B5A7-485B-8BD2-D85031969B13}" srcOrd="0" destOrd="0" presId="urn:microsoft.com/office/officeart/2018/2/layout/IconLabelList"/>
    <dgm:cxn modelId="{E4974069-C695-4A56-BFD8-5FA23E3FBDAC}" type="presParOf" srcId="{EA7015ED-B5A7-485B-8BD2-D85031969B13}" destId="{43D68DD0-2B41-4DAD-9417-E1825011A35B}" srcOrd="0" destOrd="0" presId="urn:microsoft.com/office/officeart/2018/2/layout/IconLabelList"/>
    <dgm:cxn modelId="{9FA9011C-602A-4261-A400-9899355BBDB5}" type="presParOf" srcId="{EA7015ED-B5A7-485B-8BD2-D85031969B13}" destId="{B27D75E1-B080-4704-825A-FFB421B3CC0C}" srcOrd="1" destOrd="0" presId="urn:microsoft.com/office/officeart/2018/2/layout/IconLabelList"/>
    <dgm:cxn modelId="{E4B50966-FCF8-442E-A8EA-490F78C24DC8}" type="presParOf" srcId="{EA7015ED-B5A7-485B-8BD2-D85031969B13}" destId="{D6063061-0D77-4B2B-9EA4-FEC2252CC782}" srcOrd="2" destOrd="0" presId="urn:microsoft.com/office/officeart/2018/2/layout/IconLabelList"/>
    <dgm:cxn modelId="{DD456617-DE9B-4CFF-A98F-CE30DF7EBBF0}" type="presParOf" srcId="{98753EE1-807F-4154-9383-F19ED7D5CBA4}" destId="{1D9C0AC1-0DDA-4E1A-89A5-A2388E7DC951}" srcOrd="1" destOrd="0" presId="urn:microsoft.com/office/officeart/2018/2/layout/IconLabelList"/>
    <dgm:cxn modelId="{FF4B8307-288C-4908-9EAC-27597ECDCD8A}" type="presParOf" srcId="{98753EE1-807F-4154-9383-F19ED7D5CBA4}" destId="{D48B0430-E9D5-449D-81F7-4A59F8AB7ECD}" srcOrd="2" destOrd="0" presId="urn:microsoft.com/office/officeart/2018/2/layout/IconLabelList"/>
    <dgm:cxn modelId="{203A9946-F166-41D4-B442-2DDB495389FD}" type="presParOf" srcId="{D48B0430-E9D5-449D-81F7-4A59F8AB7ECD}" destId="{FA5A249D-E9A5-4503-9DA3-ECE43DA9D181}" srcOrd="0" destOrd="0" presId="urn:microsoft.com/office/officeart/2018/2/layout/IconLabelList"/>
    <dgm:cxn modelId="{346458FF-446C-4AEC-A436-599501FF6CF4}" type="presParOf" srcId="{D48B0430-E9D5-449D-81F7-4A59F8AB7ECD}" destId="{8B6B5F76-3F1D-4101-BEC5-5542BAE1329F}" srcOrd="1" destOrd="0" presId="urn:microsoft.com/office/officeart/2018/2/layout/IconLabelList"/>
    <dgm:cxn modelId="{FD3E3F6D-E084-4A48-A6DD-8FEEAF3352E5}" type="presParOf" srcId="{D48B0430-E9D5-449D-81F7-4A59F8AB7ECD}" destId="{56A8CEBA-356E-4EF7-92FD-DFF36E4C16D4}" srcOrd="2" destOrd="0" presId="urn:microsoft.com/office/officeart/2018/2/layout/IconLabelList"/>
    <dgm:cxn modelId="{9867F865-43AA-4D94-8E60-F4BEC4ADAF1A}" type="presParOf" srcId="{98753EE1-807F-4154-9383-F19ED7D5CBA4}" destId="{30546AD6-7C92-4D86-9A16-0BCB2D62C7EB}" srcOrd="3" destOrd="0" presId="urn:microsoft.com/office/officeart/2018/2/layout/IconLabelList"/>
    <dgm:cxn modelId="{35C787A2-3723-4630-B1EB-F8BD70417D8F}" type="presParOf" srcId="{98753EE1-807F-4154-9383-F19ED7D5CBA4}" destId="{95AA4D0F-94E4-4D2D-B239-2B52FB85C1ED}" srcOrd="4" destOrd="0" presId="urn:microsoft.com/office/officeart/2018/2/layout/IconLabelList"/>
    <dgm:cxn modelId="{8C037871-B9BB-4F59-A324-2CC7FF80FCF0}" type="presParOf" srcId="{95AA4D0F-94E4-4D2D-B239-2B52FB85C1ED}" destId="{371DB855-8608-4A81-A8A7-E08B8FCECCFD}" srcOrd="0" destOrd="0" presId="urn:microsoft.com/office/officeart/2018/2/layout/IconLabelList"/>
    <dgm:cxn modelId="{2604B2A2-BCBB-4A17-B260-AE47F5963B0F}" type="presParOf" srcId="{95AA4D0F-94E4-4D2D-B239-2B52FB85C1ED}" destId="{1AE1E11A-CA38-47E4-BEFE-B06517913789}" srcOrd="1" destOrd="0" presId="urn:microsoft.com/office/officeart/2018/2/layout/IconLabelList"/>
    <dgm:cxn modelId="{5CCC5D1E-54CC-431C-A8C2-C2C64CA2CB96}" type="presParOf" srcId="{95AA4D0F-94E4-4D2D-B239-2B52FB85C1ED}" destId="{13C2D300-DC57-4D0F-9837-6A1A72C99408}" srcOrd="2" destOrd="0" presId="urn:microsoft.com/office/officeart/2018/2/layout/IconLabelList"/>
    <dgm:cxn modelId="{ABAE4935-98D4-4A9D-B035-E355FBC6F66B}" type="presParOf" srcId="{98753EE1-807F-4154-9383-F19ED7D5CBA4}" destId="{161FCB7C-4A34-487D-AB3C-0753AFACDD1D}" srcOrd="5" destOrd="0" presId="urn:microsoft.com/office/officeart/2018/2/layout/IconLabelList"/>
    <dgm:cxn modelId="{5FAAEE1D-5146-42B4-AB5B-4F736846D8A4}" type="presParOf" srcId="{98753EE1-807F-4154-9383-F19ED7D5CBA4}" destId="{4D2BCFB4-943C-468D-809E-72BCD0D875AB}" srcOrd="6" destOrd="0" presId="urn:microsoft.com/office/officeart/2018/2/layout/IconLabelList"/>
    <dgm:cxn modelId="{721FBAC2-7146-4FD6-8682-7DF3B933C789}" type="presParOf" srcId="{4D2BCFB4-943C-468D-809E-72BCD0D875AB}" destId="{A246B0FA-BBEF-40B9-85B2-74A34616EF9D}" srcOrd="0" destOrd="0" presId="urn:microsoft.com/office/officeart/2018/2/layout/IconLabelList"/>
    <dgm:cxn modelId="{B77E0727-F2E5-47C5-BB3E-9210C765D5FF}" type="presParOf" srcId="{4D2BCFB4-943C-468D-809E-72BCD0D875AB}" destId="{4EBA1D8F-8304-4DAB-9E49-53F5BFB77F1D}" srcOrd="1" destOrd="0" presId="urn:microsoft.com/office/officeart/2018/2/layout/IconLabelList"/>
    <dgm:cxn modelId="{8F5ABFB8-E089-45AA-831A-93D92540FEC4}" type="presParOf" srcId="{4D2BCFB4-943C-468D-809E-72BCD0D875AB}" destId="{55247BEB-350B-4C77-B288-0CE29F1C327D}" srcOrd="2" destOrd="0" presId="urn:microsoft.com/office/officeart/2018/2/layout/IconLabelList"/>
    <dgm:cxn modelId="{D41D8FCC-AAEE-4834-9AAD-3556D12A94C0}" type="presParOf" srcId="{98753EE1-807F-4154-9383-F19ED7D5CBA4}" destId="{4BF426E4-F442-41A2-B355-BED1AD4091B8}" srcOrd="7" destOrd="0" presId="urn:microsoft.com/office/officeart/2018/2/layout/IconLabelList"/>
    <dgm:cxn modelId="{06D8D4CE-D958-424E-8AA4-54C538A4BF1C}" type="presParOf" srcId="{98753EE1-807F-4154-9383-F19ED7D5CBA4}" destId="{852D57E7-D944-47C8-84E8-64822DF3E59D}" srcOrd="8" destOrd="0" presId="urn:microsoft.com/office/officeart/2018/2/layout/IconLabelList"/>
    <dgm:cxn modelId="{B53FB4C3-FD08-462F-A4B2-5F1A9289B4EE}" type="presParOf" srcId="{852D57E7-D944-47C8-84E8-64822DF3E59D}" destId="{C0937CA9-9603-4427-A41D-B85C4D48E847}" srcOrd="0" destOrd="0" presId="urn:microsoft.com/office/officeart/2018/2/layout/IconLabelList"/>
    <dgm:cxn modelId="{8FB4966C-202E-4843-A3A8-BC401FCBFA26}" type="presParOf" srcId="{852D57E7-D944-47C8-84E8-64822DF3E59D}" destId="{6CD17134-B973-4F98-8695-8CF7646AC0BF}" srcOrd="1" destOrd="0" presId="urn:microsoft.com/office/officeart/2018/2/layout/IconLabelList"/>
    <dgm:cxn modelId="{2DB136B3-5BA7-49F7-8A40-AF2020DE1E1E}" type="presParOf" srcId="{852D57E7-D944-47C8-84E8-64822DF3E59D}" destId="{DC38312D-92A7-4F4F-A549-B6537EA4219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8F3C3D9-45EC-4F02-AB0F-381B91FD3EEF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B17A428-07CE-4937-A61C-5453ED89313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Gill Sans MT"/>
            </a:rPr>
            <a:t>Common sharing platform</a:t>
          </a:r>
        </a:p>
      </dgm:t>
    </dgm:pt>
    <dgm:pt modelId="{517137FE-D08B-46D0-8F56-AF25DFB0B548}" type="parTrans" cxnId="{8AD9D50B-021E-470D-9943-0C3B918AC9DD}">
      <dgm:prSet/>
      <dgm:spPr/>
      <dgm:t>
        <a:bodyPr/>
        <a:lstStyle/>
        <a:p>
          <a:endParaRPr lang="en-US"/>
        </a:p>
      </dgm:t>
    </dgm:pt>
    <dgm:pt modelId="{ADE6BB4A-F2E2-44DB-8999-748A3D6A0C17}" type="sibTrans" cxnId="{8AD9D50B-021E-470D-9943-0C3B918AC9D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2CAE744-578B-4944-9ACF-7178AB56BDD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Gill Sans MT"/>
            </a:rPr>
            <a:t>Time Saving</a:t>
          </a:r>
        </a:p>
      </dgm:t>
    </dgm:pt>
    <dgm:pt modelId="{C066FC04-A526-496B-9884-25175705A039}" type="parTrans" cxnId="{15054793-3F7C-4EB4-A562-37E29C099018}">
      <dgm:prSet/>
      <dgm:spPr/>
      <dgm:t>
        <a:bodyPr/>
        <a:lstStyle/>
        <a:p>
          <a:endParaRPr lang="en-US"/>
        </a:p>
      </dgm:t>
    </dgm:pt>
    <dgm:pt modelId="{B83D5900-F2EF-42C9-87F0-9C573B95A741}" type="sibTrans" cxnId="{15054793-3F7C-4EB4-A562-37E29C09901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888ED05-38A1-47C6-A5C8-52DFD50A0C3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Gill Sans MT"/>
            </a:rPr>
            <a:t>Great Boost</a:t>
          </a:r>
        </a:p>
      </dgm:t>
    </dgm:pt>
    <dgm:pt modelId="{9BEE8C00-A77C-4DAC-B1A0-D112010100C7}" type="parTrans" cxnId="{DF1ADE04-FDFA-485F-8D5C-8F25A46205A9}">
      <dgm:prSet/>
      <dgm:spPr/>
      <dgm:t>
        <a:bodyPr/>
        <a:lstStyle/>
        <a:p>
          <a:endParaRPr lang="en-US"/>
        </a:p>
      </dgm:t>
    </dgm:pt>
    <dgm:pt modelId="{DF842B18-B3E4-4041-8D79-9776F37072DC}" type="sibTrans" cxnId="{DF1ADE04-FDFA-485F-8D5C-8F25A46205A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27C2528-5BFA-41E4-872B-F586CEE43A6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Gill Sans MT"/>
            </a:rPr>
            <a:t>Multi user System</a:t>
          </a:r>
        </a:p>
      </dgm:t>
    </dgm:pt>
    <dgm:pt modelId="{E463581B-5CED-4AE3-83B3-E17CF4EC25F2}" type="parTrans" cxnId="{021F81DB-2F0A-45D3-83B4-649D79DFA7A5}">
      <dgm:prSet/>
      <dgm:spPr/>
      <dgm:t>
        <a:bodyPr/>
        <a:lstStyle/>
        <a:p>
          <a:endParaRPr lang="en-US"/>
        </a:p>
      </dgm:t>
    </dgm:pt>
    <dgm:pt modelId="{E6F3D77E-F469-42B8-9A13-1A7786BA7D23}" type="sibTrans" cxnId="{021F81DB-2F0A-45D3-83B4-649D79DFA7A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084AB49-E957-45CF-81DD-AD985662E88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Gill Sans MT"/>
            </a:rPr>
            <a:t>User friendly</a:t>
          </a:r>
        </a:p>
      </dgm:t>
    </dgm:pt>
    <dgm:pt modelId="{5AF25AA6-414E-439B-A130-D83662D6F931}" type="parTrans" cxnId="{1584706E-EB59-4420-B2DB-8421A9FDAC80}">
      <dgm:prSet/>
      <dgm:spPr/>
      <dgm:t>
        <a:bodyPr/>
        <a:lstStyle/>
        <a:p>
          <a:endParaRPr lang="en-US"/>
        </a:p>
      </dgm:t>
    </dgm:pt>
    <dgm:pt modelId="{396E0DCB-FF52-4683-910F-FD92396B6674}" type="sibTrans" cxnId="{1584706E-EB59-4420-B2DB-8421A9FDAC8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1C5D2E7-2368-4943-BC27-57A7A83E5E6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Gill Sans MT"/>
            </a:rPr>
            <a:t>Memory Utilization</a:t>
          </a:r>
        </a:p>
      </dgm:t>
    </dgm:pt>
    <dgm:pt modelId="{B7DAC9F1-1AD3-477B-AD9B-F62A4D9D0EC8}" type="parTrans" cxnId="{0E7241EC-C3D2-415D-8A90-0AFF1D96D44C}">
      <dgm:prSet/>
      <dgm:spPr/>
      <dgm:t>
        <a:bodyPr/>
        <a:lstStyle/>
        <a:p>
          <a:endParaRPr lang="en-US"/>
        </a:p>
      </dgm:t>
    </dgm:pt>
    <dgm:pt modelId="{D980385E-6709-4A3C-BD12-84D9BC250DDC}" type="sibTrans" cxnId="{0E7241EC-C3D2-415D-8A90-0AFF1D96D44C}">
      <dgm:prSet/>
      <dgm:spPr/>
      <dgm:t>
        <a:bodyPr/>
        <a:lstStyle/>
        <a:p>
          <a:endParaRPr lang="en-US"/>
        </a:p>
      </dgm:t>
    </dgm:pt>
    <dgm:pt modelId="{C710E537-B973-4BE0-944F-306A7BE6D278}" type="pres">
      <dgm:prSet presAssocID="{58F3C3D9-45EC-4F02-AB0F-381B91FD3EEF}" presName="root" presStyleCnt="0">
        <dgm:presLayoutVars>
          <dgm:dir/>
          <dgm:resizeHandles val="exact"/>
        </dgm:presLayoutVars>
      </dgm:prSet>
      <dgm:spPr/>
    </dgm:pt>
    <dgm:pt modelId="{1830684D-136C-4E04-BDAA-A70F52CAC602}" type="pres">
      <dgm:prSet presAssocID="{58F3C3D9-45EC-4F02-AB0F-381B91FD3EEF}" presName="container" presStyleCnt="0">
        <dgm:presLayoutVars>
          <dgm:dir/>
          <dgm:resizeHandles val="exact"/>
        </dgm:presLayoutVars>
      </dgm:prSet>
      <dgm:spPr/>
    </dgm:pt>
    <dgm:pt modelId="{65E47282-84EE-49EF-A843-10FBFEB6D337}" type="pres">
      <dgm:prSet presAssocID="{5B17A428-07CE-4937-A61C-5453ED893138}" presName="compNode" presStyleCnt="0"/>
      <dgm:spPr/>
    </dgm:pt>
    <dgm:pt modelId="{3E49FFB2-7A94-43C5-9D5D-82680301C7D2}" type="pres">
      <dgm:prSet presAssocID="{5B17A428-07CE-4937-A61C-5453ED893138}" presName="iconBgRect" presStyleLbl="bgShp" presStyleIdx="0" presStyleCnt="6"/>
      <dgm:spPr/>
    </dgm:pt>
    <dgm:pt modelId="{BDC393AC-D850-4B80-92DB-8E776222EDA4}" type="pres">
      <dgm:prSet presAssocID="{5B17A428-07CE-4937-A61C-5453ED893138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EFA925EB-2766-4B72-A7A0-84781817A7BA}" type="pres">
      <dgm:prSet presAssocID="{5B17A428-07CE-4937-A61C-5453ED893138}" presName="spaceRect" presStyleCnt="0"/>
      <dgm:spPr/>
    </dgm:pt>
    <dgm:pt modelId="{620920BD-B05E-49C4-A7AD-4A1B80C627DC}" type="pres">
      <dgm:prSet presAssocID="{5B17A428-07CE-4937-A61C-5453ED893138}" presName="textRect" presStyleLbl="revTx" presStyleIdx="0" presStyleCnt="6">
        <dgm:presLayoutVars>
          <dgm:chMax val="1"/>
          <dgm:chPref val="1"/>
        </dgm:presLayoutVars>
      </dgm:prSet>
      <dgm:spPr/>
    </dgm:pt>
    <dgm:pt modelId="{841494AD-26E2-4F49-B909-B9C34FA3D01B}" type="pres">
      <dgm:prSet presAssocID="{ADE6BB4A-F2E2-44DB-8999-748A3D6A0C17}" presName="sibTrans" presStyleLbl="sibTrans2D1" presStyleIdx="0" presStyleCnt="0"/>
      <dgm:spPr/>
    </dgm:pt>
    <dgm:pt modelId="{FD9026AD-CF76-4F40-9D52-8D39D4E5A486}" type="pres">
      <dgm:prSet presAssocID="{22CAE744-578B-4944-9ACF-7178AB56BDD7}" presName="compNode" presStyleCnt="0"/>
      <dgm:spPr/>
    </dgm:pt>
    <dgm:pt modelId="{B7AF41C4-7038-4D89-A168-58A80821F81A}" type="pres">
      <dgm:prSet presAssocID="{22CAE744-578B-4944-9ACF-7178AB56BDD7}" presName="iconBgRect" presStyleLbl="bgShp" presStyleIdx="1" presStyleCnt="6"/>
      <dgm:spPr/>
    </dgm:pt>
    <dgm:pt modelId="{C01037E2-3666-4534-ABED-F66FBA82F645}" type="pres">
      <dgm:prSet presAssocID="{22CAE744-578B-4944-9ACF-7178AB56BDD7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B3A9BF0B-1B13-4049-96FF-8BF68EA48CD8}" type="pres">
      <dgm:prSet presAssocID="{22CAE744-578B-4944-9ACF-7178AB56BDD7}" presName="spaceRect" presStyleCnt="0"/>
      <dgm:spPr/>
    </dgm:pt>
    <dgm:pt modelId="{9FF23136-1FD5-4559-9E42-2874AA0DAA4B}" type="pres">
      <dgm:prSet presAssocID="{22CAE744-578B-4944-9ACF-7178AB56BDD7}" presName="textRect" presStyleLbl="revTx" presStyleIdx="1" presStyleCnt="6">
        <dgm:presLayoutVars>
          <dgm:chMax val="1"/>
          <dgm:chPref val="1"/>
        </dgm:presLayoutVars>
      </dgm:prSet>
      <dgm:spPr/>
    </dgm:pt>
    <dgm:pt modelId="{2DF83AEE-3E51-4108-957A-97E87F994FE1}" type="pres">
      <dgm:prSet presAssocID="{B83D5900-F2EF-42C9-87F0-9C573B95A741}" presName="sibTrans" presStyleLbl="sibTrans2D1" presStyleIdx="0" presStyleCnt="0"/>
      <dgm:spPr/>
    </dgm:pt>
    <dgm:pt modelId="{133BB2A4-C4F7-42CF-BD19-F58BA8A7A49E}" type="pres">
      <dgm:prSet presAssocID="{4888ED05-38A1-47C6-A5C8-52DFD50A0C3D}" presName="compNode" presStyleCnt="0"/>
      <dgm:spPr/>
    </dgm:pt>
    <dgm:pt modelId="{E812CCBC-7903-414B-89FB-5258F85B3EAE}" type="pres">
      <dgm:prSet presAssocID="{4888ED05-38A1-47C6-A5C8-52DFD50A0C3D}" presName="iconBgRect" presStyleLbl="bgShp" presStyleIdx="2" presStyleCnt="6"/>
      <dgm:spPr/>
    </dgm:pt>
    <dgm:pt modelId="{99A3FFEB-77D1-42F4-821B-94EB592F32EE}" type="pres">
      <dgm:prSet presAssocID="{4888ED05-38A1-47C6-A5C8-52DFD50A0C3D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4920CC68-1DF2-4211-83BD-FE9794127337}" type="pres">
      <dgm:prSet presAssocID="{4888ED05-38A1-47C6-A5C8-52DFD50A0C3D}" presName="spaceRect" presStyleCnt="0"/>
      <dgm:spPr/>
    </dgm:pt>
    <dgm:pt modelId="{08ADE4C2-066A-4EAA-8D94-E4008F0A8E4A}" type="pres">
      <dgm:prSet presAssocID="{4888ED05-38A1-47C6-A5C8-52DFD50A0C3D}" presName="textRect" presStyleLbl="revTx" presStyleIdx="2" presStyleCnt="6">
        <dgm:presLayoutVars>
          <dgm:chMax val="1"/>
          <dgm:chPref val="1"/>
        </dgm:presLayoutVars>
      </dgm:prSet>
      <dgm:spPr/>
    </dgm:pt>
    <dgm:pt modelId="{99E6EDD8-1DA3-4327-8C42-BCB159456807}" type="pres">
      <dgm:prSet presAssocID="{DF842B18-B3E4-4041-8D79-9776F37072DC}" presName="sibTrans" presStyleLbl="sibTrans2D1" presStyleIdx="0" presStyleCnt="0"/>
      <dgm:spPr/>
    </dgm:pt>
    <dgm:pt modelId="{03480060-2626-4B26-ACF6-2052CB62B007}" type="pres">
      <dgm:prSet presAssocID="{727C2528-5BFA-41E4-872B-F586CEE43A66}" presName="compNode" presStyleCnt="0"/>
      <dgm:spPr/>
    </dgm:pt>
    <dgm:pt modelId="{61192C25-0F23-4012-8960-A5D1A3B66C88}" type="pres">
      <dgm:prSet presAssocID="{727C2528-5BFA-41E4-872B-F586CEE43A66}" presName="iconBgRect" presStyleLbl="bgShp" presStyleIdx="3" presStyleCnt="6"/>
      <dgm:spPr/>
    </dgm:pt>
    <dgm:pt modelId="{0C184581-6D08-49D3-8AD9-B1059FEF4BE5}" type="pres">
      <dgm:prSet presAssocID="{727C2528-5BFA-41E4-872B-F586CEE43A66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592881A9-D07F-413E-8222-EF873CCAF08B}" type="pres">
      <dgm:prSet presAssocID="{727C2528-5BFA-41E4-872B-F586CEE43A66}" presName="spaceRect" presStyleCnt="0"/>
      <dgm:spPr/>
    </dgm:pt>
    <dgm:pt modelId="{CB8AA0FE-FFF9-4FAD-883D-5007A0BA22E3}" type="pres">
      <dgm:prSet presAssocID="{727C2528-5BFA-41E4-872B-F586CEE43A66}" presName="textRect" presStyleLbl="revTx" presStyleIdx="3" presStyleCnt="6">
        <dgm:presLayoutVars>
          <dgm:chMax val="1"/>
          <dgm:chPref val="1"/>
        </dgm:presLayoutVars>
      </dgm:prSet>
      <dgm:spPr/>
    </dgm:pt>
    <dgm:pt modelId="{13E7D430-27A4-4A7C-89E9-1A34DCBA834D}" type="pres">
      <dgm:prSet presAssocID="{E6F3D77E-F469-42B8-9A13-1A7786BA7D23}" presName="sibTrans" presStyleLbl="sibTrans2D1" presStyleIdx="0" presStyleCnt="0"/>
      <dgm:spPr/>
    </dgm:pt>
    <dgm:pt modelId="{EE9374EF-46E2-4C52-8993-412F0CC817BA}" type="pres">
      <dgm:prSet presAssocID="{5084AB49-E957-45CF-81DD-AD985662E880}" presName="compNode" presStyleCnt="0"/>
      <dgm:spPr/>
    </dgm:pt>
    <dgm:pt modelId="{D81EA1A2-C224-48CC-99A2-12EDFD32B7B6}" type="pres">
      <dgm:prSet presAssocID="{5084AB49-E957-45CF-81DD-AD985662E880}" presName="iconBgRect" presStyleLbl="bgShp" presStyleIdx="4" presStyleCnt="6"/>
      <dgm:spPr/>
    </dgm:pt>
    <dgm:pt modelId="{238F5E2C-8F67-403B-BFCD-09061C50960C}" type="pres">
      <dgm:prSet presAssocID="{5084AB49-E957-45CF-81DD-AD985662E880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E8AF27B6-E210-4BAF-B6CF-04D656ECE1DA}" type="pres">
      <dgm:prSet presAssocID="{5084AB49-E957-45CF-81DD-AD985662E880}" presName="spaceRect" presStyleCnt="0"/>
      <dgm:spPr/>
    </dgm:pt>
    <dgm:pt modelId="{A09D42E4-713F-420D-80F6-8EEE4CB552DF}" type="pres">
      <dgm:prSet presAssocID="{5084AB49-E957-45CF-81DD-AD985662E880}" presName="textRect" presStyleLbl="revTx" presStyleIdx="4" presStyleCnt="6">
        <dgm:presLayoutVars>
          <dgm:chMax val="1"/>
          <dgm:chPref val="1"/>
        </dgm:presLayoutVars>
      </dgm:prSet>
      <dgm:spPr/>
    </dgm:pt>
    <dgm:pt modelId="{019E4A57-3799-4B46-8E0E-0E390CED63E4}" type="pres">
      <dgm:prSet presAssocID="{396E0DCB-FF52-4683-910F-FD92396B6674}" presName="sibTrans" presStyleLbl="sibTrans2D1" presStyleIdx="0" presStyleCnt="0"/>
      <dgm:spPr/>
    </dgm:pt>
    <dgm:pt modelId="{E6D89973-80FF-450F-9617-40FFF3BACBF3}" type="pres">
      <dgm:prSet presAssocID="{A1C5D2E7-2368-4943-BC27-57A7A83E5E66}" presName="compNode" presStyleCnt="0"/>
      <dgm:spPr/>
    </dgm:pt>
    <dgm:pt modelId="{E2FE652E-D56B-4560-8950-95DDF7515FA1}" type="pres">
      <dgm:prSet presAssocID="{A1C5D2E7-2368-4943-BC27-57A7A83E5E66}" presName="iconBgRect" presStyleLbl="bgShp" presStyleIdx="5" presStyleCnt="6"/>
      <dgm:spPr/>
    </dgm:pt>
    <dgm:pt modelId="{58AF778E-6665-42E7-968B-33E7CC9A561A}" type="pres">
      <dgm:prSet presAssocID="{A1C5D2E7-2368-4943-BC27-57A7A83E5E66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ECE72D2-75DC-4572-AB01-F332F4715F50}" type="pres">
      <dgm:prSet presAssocID="{A1C5D2E7-2368-4943-BC27-57A7A83E5E66}" presName="spaceRect" presStyleCnt="0"/>
      <dgm:spPr/>
    </dgm:pt>
    <dgm:pt modelId="{8D4D1168-4AE7-457C-A9CC-8B8ED16252A2}" type="pres">
      <dgm:prSet presAssocID="{A1C5D2E7-2368-4943-BC27-57A7A83E5E66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DF1ADE04-FDFA-485F-8D5C-8F25A46205A9}" srcId="{58F3C3D9-45EC-4F02-AB0F-381B91FD3EEF}" destId="{4888ED05-38A1-47C6-A5C8-52DFD50A0C3D}" srcOrd="2" destOrd="0" parTransId="{9BEE8C00-A77C-4DAC-B1A0-D112010100C7}" sibTransId="{DF842B18-B3E4-4041-8D79-9776F37072DC}"/>
    <dgm:cxn modelId="{C1F6AB09-4895-4FF9-BD33-255FA2078D49}" type="presOf" srcId="{A1C5D2E7-2368-4943-BC27-57A7A83E5E66}" destId="{8D4D1168-4AE7-457C-A9CC-8B8ED16252A2}" srcOrd="0" destOrd="0" presId="urn:microsoft.com/office/officeart/2018/2/layout/IconCircleList"/>
    <dgm:cxn modelId="{1AEC4B0B-8D53-4877-982D-44A22BE78694}" type="presOf" srcId="{B83D5900-F2EF-42C9-87F0-9C573B95A741}" destId="{2DF83AEE-3E51-4108-957A-97E87F994FE1}" srcOrd="0" destOrd="0" presId="urn:microsoft.com/office/officeart/2018/2/layout/IconCircleList"/>
    <dgm:cxn modelId="{8AD9D50B-021E-470D-9943-0C3B918AC9DD}" srcId="{58F3C3D9-45EC-4F02-AB0F-381B91FD3EEF}" destId="{5B17A428-07CE-4937-A61C-5453ED893138}" srcOrd="0" destOrd="0" parTransId="{517137FE-D08B-46D0-8F56-AF25DFB0B548}" sibTransId="{ADE6BB4A-F2E2-44DB-8999-748A3D6A0C17}"/>
    <dgm:cxn modelId="{0056120C-0C97-41A4-8DAF-51DEFEC5DCF6}" type="presOf" srcId="{4888ED05-38A1-47C6-A5C8-52DFD50A0C3D}" destId="{08ADE4C2-066A-4EAA-8D94-E4008F0A8E4A}" srcOrd="0" destOrd="0" presId="urn:microsoft.com/office/officeart/2018/2/layout/IconCircleList"/>
    <dgm:cxn modelId="{91BE6535-6E92-46F6-BBB7-DCE3D88C9BE4}" type="presOf" srcId="{DF842B18-B3E4-4041-8D79-9776F37072DC}" destId="{99E6EDD8-1DA3-4327-8C42-BCB159456807}" srcOrd="0" destOrd="0" presId="urn:microsoft.com/office/officeart/2018/2/layout/IconCircleList"/>
    <dgm:cxn modelId="{F2D08669-5981-4297-BC3C-C72EAE8E1E9E}" type="presOf" srcId="{396E0DCB-FF52-4683-910F-FD92396B6674}" destId="{019E4A57-3799-4B46-8E0E-0E390CED63E4}" srcOrd="0" destOrd="0" presId="urn:microsoft.com/office/officeart/2018/2/layout/IconCircleList"/>
    <dgm:cxn modelId="{1584706E-EB59-4420-B2DB-8421A9FDAC80}" srcId="{58F3C3D9-45EC-4F02-AB0F-381B91FD3EEF}" destId="{5084AB49-E957-45CF-81DD-AD985662E880}" srcOrd="4" destOrd="0" parTransId="{5AF25AA6-414E-439B-A130-D83662D6F931}" sibTransId="{396E0DCB-FF52-4683-910F-FD92396B6674}"/>
    <dgm:cxn modelId="{C8EE737E-1165-4754-8672-3FAC1A18240B}" type="presOf" srcId="{58F3C3D9-45EC-4F02-AB0F-381B91FD3EEF}" destId="{C710E537-B973-4BE0-944F-306A7BE6D278}" srcOrd="0" destOrd="0" presId="urn:microsoft.com/office/officeart/2018/2/layout/IconCircleList"/>
    <dgm:cxn modelId="{556D4393-C4B5-4DC6-80E0-477E6A376B68}" type="presOf" srcId="{5084AB49-E957-45CF-81DD-AD985662E880}" destId="{A09D42E4-713F-420D-80F6-8EEE4CB552DF}" srcOrd="0" destOrd="0" presId="urn:microsoft.com/office/officeart/2018/2/layout/IconCircleList"/>
    <dgm:cxn modelId="{15054793-3F7C-4EB4-A562-37E29C099018}" srcId="{58F3C3D9-45EC-4F02-AB0F-381B91FD3EEF}" destId="{22CAE744-578B-4944-9ACF-7178AB56BDD7}" srcOrd="1" destOrd="0" parTransId="{C066FC04-A526-496B-9884-25175705A039}" sibTransId="{B83D5900-F2EF-42C9-87F0-9C573B95A741}"/>
    <dgm:cxn modelId="{E12119B3-07D3-458E-A02B-D2537619A6CC}" type="presOf" srcId="{727C2528-5BFA-41E4-872B-F586CEE43A66}" destId="{CB8AA0FE-FFF9-4FAD-883D-5007A0BA22E3}" srcOrd="0" destOrd="0" presId="urn:microsoft.com/office/officeart/2018/2/layout/IconCircleList"/>
    <dgm:cxn modelId="{C69EC2C3-0518-4161-A065-F41F5DE51276}" type="presOf" srcId="{E6F3D77E-F469-42B8-9A13-1A7786BA7D23}" destId="{13E7D430-27A4-4A7C-89E9-1A34DCBA834D}" srcOrd="0" destOrd="0" presId="urn:microsoft.com/office/officeart/2018/2/layout/IconCircleList"/>
    <dgm:cxn modelId="{021F81DB-2F0A-45D3-83B4-649D79DFA7A5}" srcId="{58F3C3D9-45EC-4F02-AB0F-381B91FD3EEF}" destId="{727C2528-5BFA-41E4-872B-F586CEE43A66}" srcOrd="3" destOrd="0" parTransId="{E463581B-5CED-4AE3-83B3-E17CF4EC25F2}" sibTransId="{E6F3D77E-F469-42B8-9A13-1A7786BA7D23}"/>
    <dgm:cxn modelId="{269188DC-BD63-4113-8EDC-27D133290AA6}" type="presOf" srcId="{5B17A428-07CE-4937-A61C-5453ED893138}" destId="{620920BD-B05E-49C4-A7AD-4A1B80C627DC}" srcOrd="0" destOrd="0" presId="urn:microsoft.com/office/officeart/2018/2/layout/IconCircleList"/>
    <dgm:cxn modelId="{351AE9DD-A80D-437A-85BA-09CAA8E3F2A8}" type="presOf" srcId="{22CAE744-578B-4944-9ACF-7178AB56BDD7}" destId="{9FF23136-1FD5-4559-9E42-2874AA0DAA4B}" srcOrd="0" destOrd="0" presId="urn:microsoft.com/office/officeart/2018/2/layout/IconCircleList"/>
    <dgm:cxn modelId="{0E7241EC-C3D2-415D-8A90-0AFF1D96D44C}" srcId="{58F3C3D9-45EC-4F02-AB0F-381B91FD3EEF}" destId="{A1C5D2E7-2368-4943-BC27-57A7A83E5E66}" srcOrd="5" destOrd="0" parTransId="{B7DAC9F1-1AD3-477B-AD9B-F62A4D9D0EC8}" sibTransId="{D980385E-6709-4A3C-BD12-84D9BC250DDC}"/>
    <dgm:cxn modelId="{74795BF5-BBA4-4147-95A5-766349E382AD}" type="presOf" srcId="{ADE6BB4A-F2E2-44DB-8999-748A3D6A0C17}" destId="{841494AD-26E2-4F49-B909-B9C34FA3D01B}" srcOrd="0" destOrd="0" presId="urn:microsoft.com/office/officeart/2018/2/layout/IconCircleList"/>
    <dgm:cxn modelId="{F10A835C-E4D3-4BAC-8E48-E93E143E89C9}" type="presParOf" srcId="{C710E537-B973-4BE0-944F-306A7BE6D278}" destId="{1830684D-136C-4E04-BDAA-A70F52CAC602}" srcOrd="0" destOrd="0" presId="urn:microsoft.com/office/officeart/2018/2/layout/IconCircleList"/>
    <dgm:cxn modelId="{F365C318-CF34-44F5-A49A-D786707FB210}" type="presParOf" srcId="{1830684D-136C-4E04-BDAA-A70F52CAC602}" destId="{65E47282-84EE-49EF-A843-10FBFEB6D337}" srcOrd="0" destOrd="0" presId="urn:microsoft.com/office/officeart/2018/2/layout/IconCircleList"/>
    <dgm:cxn modelId="{5543344B-5A10-4E7C-BE9E-90F3D887F775}" type="presParOf" srcId="{65E47282-84EE-49EF-A843-10FBFEB6D337}" destId="{3E49FFB2-7A94-43C5-9D5D-82680301C7D2}" srcOrd="0" destOrd="0" presId="urn:microsoft.com/office/officeart/2018/2/layout/IconCircleList"/>
    <dgm:cxn modelId="{1F850523-6D31-43F7-9FF1-29AB3EBDB9A1}" type="presParOf" srcId="{65E47282-84EE-49EF-A843-10FBFEB6D337}" destId="{BDC393AC-D850-4B80-92DB-8E776222EDA4}" srcOrd="1" destOrd="0" presId="urn:microsoft.com/office/officeart/2018/2/layout/IconCircleList"/>
    <dgm:cxn modelId="{7FF74DA6-8463-4650-AB9C-60C7753F4D01}" type="presParOf" srcId="{65E47282-84EE-49EF-A843-10FBFEB6D337}" destId="{EFA925EB-2766-4B72-A7A0-84781817A7BA}" srcOrd="2" destOrd="0" presId="urn:microsoft.com/office/officeart/2018/2/layout/IconCircleList"/>
    <dgm:cxn modelId="{88FA763B-EB20-464C-BE76-4CBFE3F9C795}" type="presParOf" srcId="{65E47282-84EE-49EF-A843-10FBFEB6D337}" destId="{620920BD-B05E-49C4-A7AD-4A1B80C627DC}" srcOrd="3" destOrd="0" presId="urn:microsoft.com/office/officeart/2018/2/layout/IconCircleList"/>
    <dgm:cxn modelId="{F7F6ACEE-6FBB-4241-A839-9BF4182590EF}" type="presParOf" srcId="{1830684D-136C-4E04-BDAA-A70F52CAC602}" destId="{841494AD-26E2-4F49-B909-B9C34FA3D01B}" srcOrd="1" destOrd="0" presId="urn:microsoft.com/office/officeart/2018/2/layout/IconCircleList"/>
    <dgm:cxn modelId="{DA201E13-C8A9-4DC6-81C6-90E3DDEFC754}" type="presParOf" srcId="{1830684D-136C-4E04-BDAA-A70F52CAC602}" destId="{FD9026AD-CF76-4F40-9D52-8D39D4E5A486}" srcOrd="2" destOrd="0" presId="urn:microsoft.com/office/officeart/2018/2/layout/IconCircleList"/>
    <dgm:cxn modelId="{2A0188BD-DF30-487C-8497-A5A8924CB865}" type="presParOf" srcId="{FD9026AD-CF76-4F40-9D52-8D39D4E5A486}" destId="{B7AF41C4-7038-4D89-A168-58A80821F81A}" srcOrd="0" destOrd="0" presId="urn:microsoft.com/office/officeart/2018/2/layout/IconCircleList"/>
    <dgm:cxn modelId="{374EC63A-8385-48D1-8059-A505DE5D605C}" type="presParOf" srcId="{FD9026AD-CF76-4F40-9D52-8D39D4E5A486}" destId="{C01037E2-3666-4534-ABED-F66FBA82F645}" srcOrd="1" destOrd="0" presId="urn:microsoft.com/office/officeart/2018/2/layout/IconCircleList"/>
    <dgm:cxn modelId="{9D8CA232-076F-4148-BF6D-2FF4992912AC}" type="presParOf" srcId="{FD9026AD-CF76-4F40-9D52-8D39D4E5A486}" destId="{B3A9BF0B-1B13-4049-96FF-8BF68EA48CD8}" srcOrd="2" destOrd="0" presId="urn:microsoft.com/office/officeart/2018/2/layout/IconCircleList"/>
    <dgm:cxn modelId="{0AE6DF11-B85C-4070-B048-1D14DB3FDEA9}" type="presParOf" srcId="{FD9026AD-CF76-4F40-9D52-8D39D4E5A486}" destId="{9FF23136-1FD5-4559-9E42-2874AA0DAA4B}" srcOrd="3" destOrd="0" presId="urn:microsoft.com/office/officeart/2018/2/layout/IconCircleList"/>
    <dgm:cxn modelId="{F36B6B6D-34F3-4B26-B165-5662BFC66025}" type="presParOf" srcId="{1830684D-136C-4E04-BDAA-A70F52CAC602}" destId="{2DF83AEE-3E51-4108-957A-97E87F994FE1}" srcOrd="3" destOrd="0" presId="urn:microsoft.com/office/officeart/2018/2/layout/IconCircleList"/>
    <dgm:cxn modelId="{0A923D3E-415F-4902-B1FB-196BD1E8F450}" type="presParOf" srcId="{1830684D-136C-4E04-BDAA-A70F52CAC602}" destId="{133BB2A4-C4F7-42CF-BD19-F58BA8A7A49E}" srcOrd="4" destOrd="0" presId="urn:microsoft.com/office/officeart/2018/2/layout/IconCircleList"/>
    <dgm:cxn modelId="{78FD7F73-7E19-4B49-A5D8-2A8CCF00E772}" type="presParOf" srcId="{133BB2A4-C4F7-42CF-BD19-F58BA8A7A49E}" destId="{E812CCBC-7903-414B-89FB-5258F85B3EAE}" srcOrd="0" destOrd="0" presId="urn:microsoft.com/office/officeart/2018/2/layout/IconCircleList"/>
    <dgm:cxn modelId="{F11A6473-105C-4BB0-9C1B-5A582EE3C6DE}" type="presParOf" srcId="{133BB2A4-C4F7-42CF-BD19-F58BA8A7A49E}" destId="{99A3FFEB-77D1-42F4-821B-94EB592F32EE}" srcOrd="1" destOrd="0" presId="urn:microsoft.com/office/officeart/2018/2/layout/IconCircleList"/>
    <dgm:cxn modelId="{F006514F-8470-42E3-925D-72FA9AC25C4D}" type="presParOf" srcId="{133BB2A4-C4F7-42CF-BD19-F58BA8A7A49E}" destId="{4920CC68-1DF2-4211-83BD-FE9794127337}" srcOrd="2" destOrd="0" presId="urn:microsoft.com/office/officeart/2018/2/layout/IconCircleList"/>
    <dgm:cxn modelId="{77753246-C048-448D-8870-DBDA88024AC3}" type="presParOf" srcId="{133BB2A4-C4F7-42CF-BD19-F58BA8A7A49E}" destId="{08ADE4C2-066A-4EAA-8D94-E4008F0A8E4A}" srcOrd="3" destOrd="0" presId="urn:microsoft.com/office/officeart/2018/2/layout/IconCircleList"/>
    <dgm:cxn modelId="{F2007FB6-9B4B-4EAE-AF04-FE412A645E00}" type="presParOf" srcId="{1830684D-136C-4E04-BDAA-A70F52CAC602}" destId="{99E6EDD8-1DA3-4327-8C42-BCB159456807}" srcOrd="5" destOrd="0" presId="urn:microsoft.com/office/officeart/2018/2/layout/IconCircleList"/>
    <dgm:cxn modelId="{46BE9695-8166-42DB-8A25-72A68A37F377}" type="presParOf" srcId="{1830684D-136C-4E04-BDAA-A70F52CAC602}" destId="{03480060-2626-4B26-ACF6-2052CB62B007}" srcOrd="6" destOrd="0" presId="urn:microsoft.com/office/officeart/2018/2/layout/IconCircleList"/>
    <dgm:cxn modelId="{29CD5B8F-009C-4D79-982C-AD1D8E7F286B}" type="presParOf" srcId="{03480060-2626-4B26-ACF6-2052CB62B007}" destId="{61192C25-0F23-4012-8960-A5D1A3B66C88}" srcOrd="0" destOrd="0" presId="urn:microsoft.com/office/officeart/2018/2/layout/IconCircleList"/>
    <dgm:cxn modelId="{70083CCE-373A-4009-9604-CE8A004CA7D5}" type="presParOf" srcId="{03480060-2626-4B26-ACF6-2052CB62B007}" destId="{0C184581-6D08-49D3-8AD9-B1059FEF4BE5}" srcOrd="1" destOrd="0" presId="urn:microsoft.com/office/officeart/2018/2/layout/IconCircleList"/>
    <dgm:cxn modelId="{63ABCDB9-1AE3-4F8F-BF68-6022F695BD4C}" type="presParOf" srcId="{03480060-2626-4B26-ACF6-2052CB62B007}" destId="{592881A9-D07F-413E-8222-EF873CCAF08B}" srcOrd="2" destOrd="0" presId="urn:microsoft.com/office/officeart/2018/2/layout/IconCircleList"/>
    <dgm:cxn modelId="{69DBEB21-4889-4E3A-8734-69ECF295E608}" type="presParOf" srcId="{03480060-2626-4B26-ACF6-2052CB62B007}" destId="{CB8AA0FE-FFF9-4FAD-883D-5007A0BA22E3}" srcOrd="3" destOrd="0" presId="urn:microsoft.com/office/officeart/2018/2/layout/IconCircleList"/>
    <dgm:cxn modelId="{3BB7BCD0-1F42-4A96-84DE-F788EE23EABC}" type="presParOf" srcId="{1830684D-136C-4E04-BDAA-A70F52CAC602}" destId="{13E7D430-27A4-4A7C-89E9-1A34DCBA834D}" srcOrd="7" destOrd="0" presId="urn:microsoft.com/office/officeart/2018/2/layout/IconCircleList"/>
    <dgm:cxn modelId="{CDCF4518-162F-4838-B847-651F3EBA6707}" type="presParOf" srcId="{1830684D-136C-4E04-BDAA-A70F52CAC602}" destId="{EE9374EF-46E2-4C52-8993-412F0CC817BA}" srcOrd="8" destOrd="0" presId="urn:microsoft.com/office/officeart/2018/2/layout/IconCircleList"/>
    <dgm:cxn modelId="{B99188CF-E51B-4582-BE7F-D84F132E9577}" type="presParOf" srcId="{EE9374EF-46E2-4C52-8993-412F0CC817BA}" destId="{D81EA1A2-C224-48CC-99A2-12EDFD32B7B6}" srcOrd="0" destOrd="0" presId="urn:microsoft.com/office/officeart/2018/2/layout/IconCircleList"/>
    <dgm:cxn modelId="{BC223734-2F1B-4B02-BDA7-E7EC533B85A4}" type="presParOf" srcId="{EE9374EF-46E2-4C52-8993-412F0CC817BA}" destId="{238F5E2C-8F67-403B-BFCD-09061C50960C}" srcOrd="1" destOrd="0" presId="urn:microsoft.com/office/officeart/2018/2/layout/IconCircleList"/>
    <dgm:cxn modelId="{59DD013C-7DDA-4EBF-9FB2-A945B5674AA4}" type="presParOf" srcId="{EE9374EF-46E2-4C52-8993-412F0CC817BA}" destId="{E8AF27B6-E210-4BAF-B6CF-04D656ECE1DA}" srcOrd="2" destOrd="0" presId="urn:microsoft.com/office/officeart/2018/2/layout/IconCircleList"/>
    <dgm:cxn modelId="{721952BF-3271-4944-8776-ABD2FD663385}" type="presParOf" srcId="{EE9374EF-46E2-4C52-8993-412F0CC817BA}" destId="{A09D42E4-713F-420D-80F6-8EEE4CB552DF}" srcOrd="3" destOrd="0" presId="urn:microsoft.com/office/officeart/2018/2/layout/IconCircleList"/>
    <dgm:cxn modelId="{62F1DE32-2DBE-441C-9A7A-660F75D38F92}" type="presParOf" srcId="{1830684D-136C-4E04-BDAA-A70F52CAC602}" destId="{019E4A57-3799-4B46-8E0E-0E390CED63E4}" srcOrd="9" destOrd="0" presId="urn:microsoft.com/office/officeart/2018/2/layout/IconCircleList"/>
    <dgm:cxn modelId="{BC7DDD65-C7A4-4E77-A4D0-6E1CCE55080E}" type="presParOf" srcId="{1830684D-136C-4E04-BDAA-A70F52CAC602}" destId="{E6D89973-80FF-450F-9617-40FFF3BACBF3}" srcOrd="10" destOrd="0" presId="urn:microsoft.com/office/officeart/2018/2/layout/IconCircleList"/>
    <dgm:cxn modelId="{066B59E3-E600-4ABA-BF4E-2043766808B2}" type="presParOf" srcId="{E6D89973-80FF-450F-9617-40FFF3BACBF3}" destId="{E2FE652E-D56B-4560-8950-95DDF7515FA1}" srcOrd="0" destOrd="0" presId="urn:microsoft.com/office/officeart/2018/2/layout/IconCircleList"/>
    <dgm:cxn modelId="{5CED9F88-B712-4DDD-B5C7-F507AC745D50}" type="presParOf" srcId="{E6D89973-80FF-450F-9617-40FFF3BACBF3}" destId="{58AF778E-6665-42E7-968B-33E7CC9A561A}" srcOrd="1" destOrd="0" presId="urn:microsoft.com/office/officeart/2018/2/layout/IconCircleList"/>
    <dgm:cxn modelId="{B15D3005-C39C-49A4-B41F-8EBD1235BD11}" type="presParOf" srcId="{E6D89973-80FF-450F-9617-40FFF3BACBF3}" destId="{6ECE72D2-75DC-4572-AB01-F332F4715F50}" srcOrd="2" destOrd="0" presId="urn:microsoft.com/office/officeart/2018/2/layout/IconCircleList"/>
    <dgm:cxn modelId="{FA8169AB-DAD1-4C03-AB86-7B57B6C45FB7}" type="presParOf" srcId="{E6D89973-80FF-450F-9617-40FFF3BACBF3}" destId="{8D4D1168-4AE7-457C-A9CC-8B8ED16252A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DE7B998-3F18-40D3-99EC-3C4379C75AC1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7E44CD3-85B5-4E8B-97D4-391555FBB67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project acts as an aid to teachers and students for </a:t>
          </a:r>
          <a:r>
            <a:rPr lang="en-US" dirty="0">
              <a:latin typeface="Gill Sans MT"/>
            </a:rPr>
            <a:t>assigning</a:t>
          </a:r>
          <a:r>
            <a:rPr lang="en-US" dirty="0"/>
            <a:t> different assignments and notes.</a:t>
          </a:r>
        </a:p>
      </dgm:t>
    </dgm:pt>
    <dgm:pt modelId="{F5466C83-A34B-41DA-9259-DE8C182C5151}" type="parTrans" cxnId="{573D3C9F-6350-4BED-B412-248EA5ECA8AC}">
      <dgm:prSet/>
      <dgm:spPr/>
      <dgm:t>
        <a:bodyPr/>
        <a:lstStyle/>
        <a:p>
          <a:endParaRPr lang="en-US"/>
        </a:p>
      </dgm:t>
    </dgm:pt>
    <dgm:pt modelId="{4A0D6C64-9CF3-4BDA-BEAF-311251810816}" type="sibTrans" cxnId="{573D3C9F-6350-4BED-B412-248EA5ECA8AC}">
      <dgm:prSet/>
      <dgm:spPr/>
      <dgm:t>
        <a:bodyPr/>
        <a:lstStyle/>
        <a:p>
          <a:endParaRPr lang="en-US"/>
        </a:p>
      </dgm:t>
    </dgm:pt>
    <dgm:pt modelId="{6BADDC6E-E4EE-4B02-8FC3-1467A4FD95D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pdf section contains a data dictionary that helps the student find the appropriate meaning to the word.</a:t>
          </a:r>
        </a:p>
      </dgm:t>
    </dgm:pt>
    <dgm:pt modelId="{964A0CE6-5B49-4A20-A1D5-CD4A6DEB8F5D}" type="parTrans" cxnId="{5E632C8F-EEE7-4F97-B207-9FF2E6D381C8}">
      <dgm:prSet/>
      <dgm:spPr/>
      <dgm:t>
        <a:bodyPr/>
        <a:lstStyle/>
        <a:p>
          <a:endParaRPr lang="en-US"/>
        </a:p>
      </dgm:t>
    </dgm:pt>
    <dgm:pt modelId="{B7141CD3-855C-48FC-8498-47DF537BAD37}" type="sibTrans" cxnId="{5E632C8F-EEE7-4F97-B207-9FF2E6D381C8}">
      <dgm:prSet/>
      <dgm:spPr/>
      <dgm:t>
        <a:bodyPr/>
        <a:lstStyle/>
        <a:p>
          <a:endParaRPr lang="en-US"/>
        </a:p>
      </dgm:t>
    </dgm:pt>
    <dgm:pt modelId="{75C98AE9-F799-47DC-B875-7ADB77F07BD0}" type="pres">
      <dgm:prSet presAssocID="{1DE7B998-3F18-40D3-99EC-3C4379C75AC1}" presName="root" presStyleCnt="0">
        <dgm:presLayoutVars>
          <dgm:dir/>
          <dgm:resizeHandles val="exact"/>
        </dgm:presLayoutVars>
      </dgm:prSet>
      <dgm:spPr/>
    </dgm:pt>
    <dgm:pt modelId="{0CEEDAC3-98D9-41B6-8E92-2DD1CCED89A5}" type="pres">
      <dgm:prSet presAssocID="{57E44CD3-85B5-4E8B-97D4-391555FBB67B}" presName="compNode" presStyleCnt="0"/>
      <dgm:spPr/>
    </dgm:pt>
    <dgm:pt modelId="{11569739-629C-4366-BACF-80C19C26682B}" type="pres">
      <dgm:prSet presAssocID="{57E44CD3-85B5-4E8B-97D4-391555FBB67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6114A2F9-7BCB-47EA-B957-3610758CF6DB}" type="pres">
      <dgm:prSet presAssocID="{57E44CD3-85B5-4E8B-97D4-391555FBB67B}" presName="spaceRect" presStyleCnt="0"/>
      <dgm:spPr/>
    </dgm:pt>
    <dgm:pt modelId="{ED51F7AD-9E7D-4B56-9688-F611D88184E3}" type="pres">
      <dgm:prSet presAssocID="{57E44CD3-85B5-4E8B-97D4-391555FBB67B}" presName="textRect" presStyleLbl="revTx" presStyleIdx="0" presStyleCnt="2">
        <dgm:presLayoutVars>
          <dgm:chMax val="1"/>
          <dgm:chPref val="1"/>
        </dgm:presLayoutVars>
      </dgm:prSet>
      <dgm:spPr/>
    </dgm:pt>
    <dgm:pt modelId="{45D013B0-9BD4-4325-8E47-4EF15FA01286}" type="pres">
      <dgm:prSet presAssocID="{4A0D6C64-9CF3-4BDA-BEAF-311251810816}" presName="sibTrans" presStyleCnt="0"/>
      <dgm:spPr/>
    </dgm:pt>
    <dgm:pt modelId="{44669E60-B0F9-47CB-BF65-8D4E2D8B3836}" type="pres">
      <dgm:prSet presAssocID="{6BADDC6E-E4EE-4B02-8FC3-1467A4FD95D1}" presName="compNode" presStyleCnt="0"/>
      <dgm:spPr/>
    </dgm:pt>
    <dgm:pt modelId="{AA774E49-9572-4897-B177-84D29E3ADC37}" type="pres">
      <dgm:prSet presAssocID="{6BADDC6E-E4EE-4B02-8FC3-1467A4FD95D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87D53EC1-C411-416B-9C0D-9FF72E947485}" type="pres">
      <dgm:prSet presAssocID="{6BADDC6E-E4EE-4B02-8FC3-1467A4FD95D1}" presName="spaceRect" presStyleCnt="0"/>
      <dgm:spPr/>
    </dgm:pt>
    <dgm:pt modelId="{55F68C30-AEF7-4F46-8868-6EE7C2B74747}" type="pres">
      <dgm:prSet presAssocID="{6BADDC6E-E4EE-4B02-8FC3-1467A4FD95D1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59E4B803-78F3-4ED3-B48A-EEA6C63D867D}" type="presOf" srcId="{1DE7B998-3F18-40D3-99EC-3C4379C75AC1}" destId="{75C98AE9-F799-47DC-B875-7ADB77F07BD0}" srcOrd="0" destOrd="0" presId="urn:microsoft.com/office/officeart/2018/2/layout/IconLabelList"/>
    <dgm:cxn modelId="{97533951-0977-49EF-B533-0C6610A24D34}" type="presOf" srcId="{57E44CD3-85B5-4E8B-97D4-391555FBB67B}" destId="{ED51F7AD-9E7D-4B56-9688-F611D88184E3}" srcOrd="0" destOrd="0" presId="urn:microsoft.com/office/officeart/2018/2/layout/IconLabelList"/>
    <dgm:cxn modelId="{5E632C8F-EEE7-4F97-B207-9FF2E6D381C8}" srcId="{1DE7B998-3F18-40D3-99EC-3C4379C75AC1}" destId="{6BADDC6E-E4EE-4B02-8FC3-1467A4FD95D1}" srcOrd="1" destOrd="0" parTransId="{964A0CE6-5B49-4A20-A1D5-CD4A6DEB8F5D}" sibTransId="{B7141CD3-855C-48FC-8498-47DF537BAD37}"/>
    <dgm:cxn modelId="{573D3C9F-6350-4BED-B412-248EA5ECA8AC}" srcId="{1DE7B998-3F18-40D3-99EC-3C4379C75AC1}" destId="{57E44CD3-85B5-4E8B-97D4-391555FBB67B}" srcOrd="0" destOrd="0" parTransId="{F5466C83-A34B-41DA-9259-DE8C182C5151}" sibTransId="{4A0D6C64-9CF3-4BDA-BEAF-311251810816}"/>
    <dgm:cxn modelId="{122EB7BA-5AA3-4146-9DC4-DA3C214DE13E}" type="presOf" srcId="{6BADDC6E-E4EE-4B02-8FC3-1467A4FD95D1}" destId="{55F68C30-AEF7-4F46-8868-6EE7C2B74747}" srcOrd="0" destOrd="0" presId="urn:microsoft.com/office/officeart/2018/2/layout/IconLabelList"/>
    <dgm:cxn modelId="{4533CACE-876D-4205-B005-4C47834C9AFD}" type="presParOf" srcId="{75C98AE9-F799-47DC-B875-7ADB77F07BD0}" destId="{0CEEDAC3-98D9-41B6-8E92-2DD1CCED89A5}" srcOrd="0" destOrd="0" presId="urn:microsoft.com/office/officeart/2018/2/layout/IconLabelList"/>
    <dgm:cxn modelId="{06D1ED1D-9A45-4E42-8BFB-B5156740A429}" type="presParOf" srcId="{0CEEDAC3-98D9-41B6-8E92-2DD1CCED89A5}" destId="{11569739-629C-4366-BACF-80C19C26682B}" srcOrd="0" destOrd="0" presId="urn:microsoft.com/office/officeart/2018/2/layout/IconLabelList"/>
    <dgm:cxn modelId="{18C8E827-80FE-410A-B1F8-2C43D05A317F}" type="presParOf" srcId="{0CEEDAC3-98D9-41B6-8E92-2DD1CCED89A5}" destId="{6114A2F9-7BCB-47EA-B957-3610758CF6DB}" srcOrd="1" destOrd="0" presId="urn:microsoft.com/office/officeart/2018/2/layout/IconLabelList"/>
    <dgm:cxn modelId="{527A5E70-F309-49F2-99BF-1D663962E942}" type="presParOf" srcId="{0CEEDAC3-98D9-41B6-8E92-2DD1CCED89A5}" destId="{ED51F7AD-9E7D-4B56-9688-F611D88184E3}" srcOrd="2" destOrd="0" presId="urn:microsoft.com/office/officeart/2018/2/layout/IconLabelList"/>
    <dgm:cxn modelId="{5192C511-6A82-4B09-B043-BC5162E1BA30}" type="presParOf" srcId="{75C98AE9-F799-47DC-B875-7ADB77F07BD0}" destId="{45D013B0-9BD4-4325-8E47-4EF15FA01286}" srcOrd="1" destOrd="0" presId="urn:microsoft.com/office/officeart/2018/2/layout/IconLabelList"/>
    <dgm:cxn modelId="{B27E7FB6-0750-4076-B1A9-B9A9D177037F}" type="presParOf" srcId="{75C98AE9-F799-47DC-B875-7ADB77F07BD0}" destId="{44669E60-B0F9-47CB-BF65-8D4E2D8B3836}" srcOrd="2" destOrd="0" presId="urn:microsoft.com/office/officeart/2018/2/layout/IconLabelList"/>
    <dgm:cxn modelId="{EE56D5C6-DD22-418A-A182-F076705CD622}" type="presParOf" srcId="{44669E60-B0F9-47CB-BF65-8D4E2D8B3836}" destId="{AA774E49-9572-4897-B177-84D29E3ADC37}" srcOrd="0" destOrd="0" presId="urn:microsoft.com/office/officeart/2018/2/layout/IconLabelList"/>
    <dgm:cxn modelId="{6ABA3320-CB92-496F-B9C8-515528DD1526}" type="presParOf" srcId="{44669E60-B0F9-47CB-BF65-8D4E2D8B3836}" destId="{87D53EC1-C411-416B-9C0D-9FF72E947485}" srcOrd="1" destOrd="0" presId="urn:microsoft.com/office/officeart/2018/2/layout/IconLabelList"/>
    <dgm:cxn modelId="{62FAFDCA-7706-4456-83C5-D527A92B308A}" type="presParOf" srcId="{44669E60-B0F9-47CB-BF65-8D4E2D8B3836}" destId="{55F68C30-AEF7-4F46-8868-6EE7C2B7474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0132F2-23A3-4F0D-BC69-1E0A0A1EAFB1}">
      <dsp:nvSpPr>
        <dsp:cNvPr id="0" name=""/>
        <dsp:cNvSpPr/>
      </dsp:nvSpPr>
      <dsp:spPr>
        <a:xfrm>
          <a:off x="0" y="586"/>
          <a:ext cx="7498080" cy="137126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F1977E-AEF9-4BFE-9F20-4D8667231A2E}">
      <dsp:nvSpPr>
        <dsp:cNvPr id="0" name=""/>
        <dsp:cNvSpPr/>
      </dsp:nvSpPr>
      <dsp:spPr>
        <a:xfrm>
          <a:off x="414807" y="309120"/>
          <a:ext cx="754195" cy="75419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55AFE1-432B-4442-99D0-918565BCFE2A}">
      <dsp:nvSpPr>
        <dsp:cNvPr id="0" name=""/>
        <dsp:cNvSpPr/>
      </dsp:nvSpPr>
      <dsp:spPr>
        <a:xfrm>
          <a:off x="1583811" y="586"/>
          <a:ext cx="5914268" cy="1371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126" tIns="145126" rIns="145126" bIns="14512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 this project, student and faculty can upload/download engineering subject notes. Users can also edit the notes uploaded by him.</a:t>
          </a:r>
        </a:p>
      </dsp:txBody>
      <dsp:txXfrm>
        <a:off x="1583811" y="586"/>
        <a:ext cx="5914268" cy="1371265"/>
      </dsp:txXfrm>
    </dsp:sp>
    <dsp:sp modelId="{8433DB8B-9621-4D27-87CD-A49E3CB53B8C}">
      <dsp:nvSpPr>
        <dsp:cNvPr id="0" name=""/>
        <dsp:cNvSpPr/>
      </dsp:nvSpPr>
      <dsp:spPr>
        <a:xfrm>
          <a:off x="0" y="1714667"/>
          <a:ext cx="7498080" cy="137126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48C9E5-84AE-4B64-AE58-6BBBD36ECB38}">
      <dsp:nvSpPr>
        <dsp:cNvPr id="0" name=""/>
        <dsp:cNvSpPr/>
      </dsp:nvSpPr>
      <dsp:spPr>
        <a:xfrm>
          <a:off x="414807" y="2023202"/>
          <a:ext cx="754195" cy="75419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5E1EAA-3B6A-4BB2-9937-0DA4932E3AAD}">
      <dsp:nvSpPr>
        <dsp:cNvPr id="0" name=""/>
        <dsp:cNvSpPr/>
      </dsp:nvSpPr>
      <dsp:spPr>
        <a:xfrm>
          <a:off x="1583811" y="1714667"/>
          <a:ext cx="5914268" cy="1371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126" tIns="145126" rIns="145126" bIns="14512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However the users (except administrator), do not have authority , to delete the records of the website.</a:t>
          </a:r>
        </a:p>
      </dsp:txBody>
      <dsp:txXfrm>
        <a:off x="1583811" y="1714667"/>
        <a:ext cx="5914268" cy="1371265"/>
      </dsp:txXfrm>
    </dsp:sp>
    <dsp:sp modelId="{EEC8FB3A-D1DA-4F7D-8831-52600AAA1464}">
      <dsp:nvSpPr>
        <dsp:cNvPr id="0" name=""/>
        <dsp:cNvSpPr/>
      </dsp:nvSpPr>
      <dsp:spPr>
        <a:xfrm>
          <a:off x="0" y="3428748"/>
          <a:ext cx="7498080" cy="137126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8E934F-BD92-4A46-B74A-ABF4422D8DA8}">
      <dsp:nvSpPr>
        <dsp:cNvPr id="0" name=""/>
        <dsp:cNvSpPr/>
      </dsp:nvSpPr>
      <dsp:spPr>
        <a:xfrm>
          <a:off x="414807" y="3737283"/>
          <a:ext cx="754195" cy="75419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136AB1-8903-49A2-B314-0EF1D87341D8}">
      <dsp:nvSpPr>
        <dsp:cNvPr id="0" name=""/>
        <dsp:cNvSpPr/>
      </dsp:nvSpPr>
      <dsp:spPr>
        <a:xfrm>
          <a:off x="1583811" y="3428748"/>
          <a:ext cx="5914268" cy="1371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126" tIns="145126" rIns="145126" bIns="14512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It is also secure and easy to use process, considering the demands of multimedia notes.</a:t>
          </a:r>
        </a:p>
      </dsp:txBody>
      <dsp:txXfrm>
        <a:off x="1583811" y="3428748"/>
        <a:ext cx="5914268" cy="137126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D68DD0-2B41-4DAD-9417-E1825011A35B}">
      <dsp:nvSpPr>
        <dsp:cNvPr id="0" name=""/>
        <dsp:cNvSpPr/>
      </dsp:nvSpPr>
      <dsp:spPr>
        <a:xfrm>
          <a:off x="1310250" y="413821"/>
          <a:ext cx="783896" cy="78389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063061-0D77-4B2B-9EA4-FEC2252CC782}">
      <dsp:nvSpPr>
        <dsp:cNvPr id="0" name=""/>
        <dsp:cNvSpPr/>
      </dsp:nvSpPr>
      <dsp:spPr>
        <a:xfrm>
          <a:off x="831203" y="1485754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To reduce manual paperwork. </a:t>
          </a:r>
        </a:p>
      </dsp:txBody>
      <dsp:txXfrm>
        <a:off x="831203" y="1485754"/>
        <a:ext cx="1741992" cy="696796"/>
      </dsp:txXfrm>
    </dsp:sp>
    <dsp:sp modelId="{FA5A249D-E9A5-4503-9DA3-ECE43DA9D181}">
      <dsp:nvSpPr>
        <dsp:cNvPr id="0" name=""/>
        <dsp:cNvSpPr/>
      </dsp:nvSpPr>
      <dsp:spPr>
        <a:xfrm>
          <a:off x="3357091" y="413821"/>
          <a:ext cx="783896" cy="78389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A8CEBA-356E-4EF7-92FD-DFF36E4C16D4}">
      <dsp:nvSpPr>
        <dsp:cNvPr id="0" name=""/>
        <dsp:cNvSpPr/>
      </dsp:nvSpPr>
      <dsp:spPr>
        <a:xfrm>
          <a:off x="2878043" y="1485754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Reduced sharing and distribution time. </a:t>
          </a:r>
        </a:p>
      </dsp:txBody>
      <dsp:txXfrm>
        <a:off x="2878043" y="1485754"/>
        <a:ext cx="1741992" cy="696796"/>
      </dsp:txXfrm>
    </dsp:sp>
    <dsp:sp modelId="{371DB855-8608-4A81-A8A7-E08B8FCECCFD}">
      <dsp:nvSpPr>
        <dsp:cNvPr id="0" name=""/>
        <dsp:cNvSpPr/>
      </dsp:nvSpPr>
      <dsp:spPr>
        <a:xfrm>
          <a:off x="5403932" y="413821"/>
          <a:ext cx="783896" cy="78389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C2D300-DC57-4D0F-9837-6A1A72C99408}">
      <dsp:nvSpPr>
        <dsp:cNvPr id="0" name=""/>
        <dsp:cNvSpPr/>
      </dsp:nvSpPr>
      <dsp:spPr>
        <a:xfrm>
          <a:off x="4924884" y="1485754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Increased reliability. </a:t>
          </a:r>
        </a:p>
      </dsp:txBody>
      <dsp:txXfrm>
        <a:off x="4924884" y="1485754"/>
        <a:ext cx="1741992" cy="696796"/>
      </dsp:txXfrm>
    </dsp:sp>
    <dsp:sp modelId="{A246B0FA-BBEF-40B9-85B2-74A34616EF9D}">
      <dsp:nvSpPr>
        <dsp:cNvPr id="0" name=""/>
        <dsp:cNvSpPr/>
      </dsp:nvSpPr>
      <dsp:spPr>
        <a:xfrm>
          <a:off x="2333671" y="2618049"/>
          <a:ext cx="783896" cy="78389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247BEB-350B-4C77-B288-0CE29F1C327D}">
      <dsp:nvSpPr>
        <dsp:cNvPr id="0" name=""/>
        <dsp:cNvSpPr/>
      </dsp:nvSpPr>
      <dsp:spPr>
        <a:xfrm>
          <a:off x="1854623" y="3689981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Increased operational efficiency. </a:t>
          </a:r>
        </a:p>
      </dsp:txBody>
      <dsp:txXfrm>
        <a:off x="1854623" y="3689981"/>
        <a:ext cx="1741992" cy="696796"/>
      </dsp:txXfrm>
    </dsp:sp>
    <dsp:sp modelId="{C0937CA9-9603-4427-A41D-B85C4D48E847}">
      <dsp:nvSpPr>
        <dsp:cNvPr id="0" name=""/>
        <dsp:cNvSpPr/>
      </dsp:nvSpPr>
      <dsp:spPr>
        <a:xfrm>
          <a:off x="4380512" y="2618049"/>
          <a:ext cx="783896" cy="78389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38312D-92A7-4F4F-A549-B6537EA42198}">
      <dsp:nvSpPr>
        <dsp:cNvPr id="0" name=""/>
        <dsp:cNvSpPr/>
      </dsp:nvSpPr>
      <dsp:spPr>
        <a:xfrm>
          <a:off x="3901464" y="3689981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Security. </a:t>
          </a:r>
        </a:p>
      </dsp:txBody>
      <dsp:txXfrm>
        <a:off x="3901464" y="3689981"/>
        <a:ext cx="1741992" cy="69679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49FFB2-7A94-43C5-9D5D-82680301C7D2}">
      <dsp:nvSpPr>
        <dsp:cNvPr id="0" name=""/>
        <dsp:cNvSpPr/>
      </dsp:nvSpPr>
      <dsp:spPr>
        <a:xfrm>
          <a:off x="53585" y="116499"/>
          <a:ext cx="978465" cy="97846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C393AC-D850-4B80-92DB-8E776222EDA4}">
      <dsp:nvSpPr>
        <dsp:cNvPr id="0" name=""/>
        <dsp:cNvSpPr/>
      </dsp:nvSpPr>
      <dsp:spPr>
        <a:xfrm>
          <a:off x="259062" y="321977"/>
          <a:ext cx="567510" cy="5675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0920BD-B05E-49C4-A7AD-4A1B80C627DC}">
      <dsp:nvSpPr>
        <dsp:cNvPr id="0" name=""/>
        <dsp:cNvSpPr/>
      </dsp:nvSpPr>
      <dsp:spPr>
        <a:xfrm>
          <a:off x="1241721" y="116499"/>
          <a:ext cx="2306383" cy="9784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Gill Sans MT"/>
            </a:rPr>
            <a:t>Common sharing platform</a:t>
          </a:r>
        </a:p>
      </dsp:txBody>
      <dsp:txXfrm>
        <a:off x="1241721" y="116499"/>
        <a:ext cx="2306383" cy="978465"/>
      </dsp:txXfrm>
    </dsp:sp>
    <dsp:sp modelId="{B7AF41C4-7038-4D89-A168-58A80821F81A}">
      <dsp:nvSpPr>
        <dsp:cNvPr id="0" name=""/>
        <dsp:cNvSpPr/>
      </dsp:nvSpPr>
      <dsp:spPr>
        <a:xfrm>
          <a:off x="3949974" y="116499"/>
          <a:ext cx="978465" cy="97846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1037E2-3666-4534-ABED-F66FBA82F645}">
      <dsp:nvSpPr>
        <dsp:cNvPr id="0" name=""/>
        <dsp:cNvSpPr/>
      </dsp:nvSpPr>
      <dsp:spPr>
        <a:xfrm>
          <a:off x="4155452" y="321977"/>
          <a:ext cx="567510" cy="5675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F23136-1FD5-4559-9E42-2874AA0DAA4B}">
      <dsp:nvSpPr>
        <dsp:cNvPr id="0" name=""/>
        <dsp:cNvSpPr/>
      </dsp:nvSpPr>
      <dsp:spPr>
        <a:xfrm>
          <a:off x="5138111" y="116499"/>
          <a:ext cx="2306383" cy="9784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Gill Sans MT"/>
            </a:rPr>
            <a:t>Time Saving</a:t>
          </a:r>
        </a:p>
      </dsp:txBody>
      <dsp:txXfrm>
        <a:off x="5138111" y="116499"/>
        <a:ext cx="2306383" cy="978465"/>
      </dsp:txXfrm>
    </dsp:sp>
    <dsp:sp modelId="{E812CCBC-7903-414B-89FB-5258F85B3EAE}">
      <dsp:nvSpPr>
        <dsp:cNvPr id="0" name=""/>
        <dsp:cNvSpPr/>
      </dsp:nvSpPr>
      <dsp:spPr>
        <a:xfrm>
          <a:off x="53585" y="1911067"/>
          <a:ext cx="978465" cy="97846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A3FFEB-77D1-42F4-821B-94EB592F32EE}">
      <dsp:nvSpPr>
        <dsp:cNvPr id="0" name=""/>
        <dsp:cNvSpPr/>
      </dsp:nvSpPr>
      <dsp:spPr>
        <a:xfrm>
          <a:off x="259062" y="2116544"/>
          <a:ext cx="567510" cy="5675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ADE4C2-066A-4EAA-8D94-E4008F0A8E4A}">
      <dsp:nvSpPr>
        <dsp:cNvPr id="0" name=""/>
        <dsp:cNvSpPr/>
      </dsp:nvSpPr>
      <dsp:spPr>
        <a:xfrm>
          <a:off x="1241721" y="1911067"/>
          <a:ext cx="2306383" cy="9784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Gill Sans MT"/>
            </a:rPr>
            <a:t>Great Boost</a:t>
          </a:r>
        </a:p>
      </dsp:txBody>
      <dsp:txXfrm>
        <a:off x="1241721" y="1911067"/>
        <a:ext cx="2306383" cy="978465"/>
      </dsp:txXfrm>
    </dsp:sp>
    <dsp:sp modelId="{61192C25-0F23-4012-8960-A5D1A3B66C88}">
      <dsp:nvSpPr>
        <dsp:cNvPr id="0" name=""/>
        <dsp:cNvSpPr/>
      </dsp:nvSpPr>
      <dsp:spPr>
        <a:xfrm>
          <a:off x="3949974" y="1911067"/>
          <a:ext cx="978465" cy="97846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184581-6D08-49D3-8AD9-B1059FEF4BE5}">
      <dsp:nvSpPr>
        <dsp:cNvPr id="0" name=""/>
        <dsp:cNvSpPr/>
      </dsp:nvSpPr>
      <dsp:spPr>
        <a:xfrm>
          <a:off x="4155452" y="2116544"/>
          <a:ext cx="567510" cy="56751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8AA0FE-FFF9-4FAD-883D-5007A0BA22E3}">
      <dsp:nvSpPr>
        <dsp:cNvPr id="0" name=""/>
        <dsp:cNvSpPr/>
      </dsp:nvSpPr>
      <dsp:spPr>
        <a:xfrm>
          <a:off x="5138111" y="1911067"/>
          <a:ext cx="2306383" cy="9784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Gill Sans MT"/>
            </a:rPr>
            <a:t>Multi user System</a:t>
          </a:r>
        </a:p>
      </dsp:txBody>
      <dsp:txXfrm>
        <a:off x="5138111" y="1911067"/>
        <a:ext cx="2306383" cy="978465"/>
      </dsp:txXfrm>
    </dsp:sp>
    <dsp:sp modelId="{D81EA1A2-C224-48CC-99A2-12EDFD32B7B6}">
      <dsp:nvSpPr>
        <dsp:cNvPr id="0" name=""/>
        <dsp:cNvSpPr/>
      </dsp:nvSpPr>
      <dsp:spPr>
        <a:xfrm>
          <a:off x="53585" y="3705634"/>
          <a:ext cx="978465" cy="97846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8F5E2C-8F67-403B-BFCD-09061C50960C}">
      <dsp:nvSpPr>
        <dsp:cNvPr id="0" name=""/>
        <dsp:cNvSpPr/>
      </dsp:nvSpPr>
      <dsp:spPr>
        <a:xfrm>
          <a:off x="259062" y="3911112"/>
          <a:ext cx="567510" cy="56751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9D42E4-713F-420D-80F6-8EEE4CB552DF}">
      <dsp:nvSpPr>
        <dsp:cNvPr id="0" name=""/>
        <dsp:cNvSpPr/>
      </dsp:nvSpPr>
      <dsp:spPr>
        <a:xfrm>
          <a:off x="1241721" y="3705634"/>
          <a:ext cx="2306383" cy="9784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Gill Sans MT"/>
            </a:rPr>
            <a:t>User friendly</a:t>
          </a:r>
        </a:p>
      </dsp:txBody>
      <dsp:txXfrm>
        <a:off x="1241721" y="3705634"/>
        <a:ext cx="2306383" cy="978465"/>
      </dsp:txXfrm>
    </dsp:sp>
    <dsp:sp modelId="{E2FE652E-D56B-4560-8950-95DDF7515FA1}">
      <dsp:nvSpPr>
        <dsp:cNvPr id="0" name=""/>
        <dsp:cNvSpPr/>
      </dsp:nvSpPr>
      <dsp:spPr>
        <a:xfrm>
          <a:off x="3949974" y="3705634"/>
          <a:ext cx="978465" cy="97846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AF778E-6665-42E7-968B-33E7CC9A561A}">
      <dsp:nvSpPr>
        <dsp:cNvPr id="0" name=""/>
        <dsp:cNvSpPr/>
      </dsp:nvSpPr>
      <dsp:spPr>
        <a:xfrm>
          <a:off x="4155452" y="3911112"/>
          <a:ext cx="567510" cy="56751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4D1168-4AE7-457C-A9CC-8B8ED16252A2}">
      <dsp:nvSpPr>
        <dsp:cNvPr id="0" name=""/>
        <dsp:cNvSpPr/>
      </dsp:nvSpPr>
      <dsp:spPr>
        <a:xfrm>
          <a:off x="5138111" y="3705634"/>
          <a:ext cx="2306383" cy="9784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Gill Sans MT"/>
            </a:rPr>
            <a:t>Memory Utilization</a:t>
          </a:r>
        </a:p>
      </dsp:txBody>
      <dsp:txXfrm>
        <a:off x="5138111" y="3705634"/>
        <a:ext cx="2306383" cy="97846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569739-629C-4366-BACF-80C19C26682B}">
      <dsp:nvSpPr>
        <dsp:cNvPr id="0" name=""/>
        <dsp:cNvSpPr/>
      </dsp:nvSpPr>
      <dsp:spPr>
        <a:xfrm>
          <a:off x="1006852" y="1083322"/>
          <a:ext cx="1518750" cy="15187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51F7AD-9E7D-4B56-9688-F611D88184E3}">
      <dsp:nvSpPr>
        <dsp:cNvPr id="0" name=""/>
        <dsp:cNvSpPr/>
      </dsp:nvSpPr>
      <dsp:spPr>
        <a:xfrm>
          <a:off x="78727" y="2997277"/>
          <a:ext cx="337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The project acts as an aid to teachers and students for </a:t>
          </a:r>
          <a:r>
            <a:rPr lang="en-US" sz="1600" kern="1200" dirty="0">
              <a:latin typeface="Gill Sans MT"/>
            </a:rPr>
            <a:t>assigning</a:t>
          </a:r>
          <a:r>
            <a:rPr lang="en-US" sz="1600" kern="1200" dirty="0"/>
            <a:t> different assignments and notes.</a:t>
          </a:r>
        </a:p>
      </dsp:txBody>
      <dsp:txXfrm>
        <a:off x="78727" y="2997277"/>
        <a:ext cx="3375000" cy="720000"/>
      </dsp:txXfrm>
    </dsp:sp>
    <dsp:sp modelId="{AA774E49-9572-4897-B177-84D29E3ADC37}">
      <dsp:nvSpPr>
        <dsp:cNvPr id="0" name=""/>
        <dsp:cNvSpPr/>
      </dsp:nvSpPr>
      <dsp:spPr>
        <a:xfrm>
          <a:off x="4972477" y="1083322"/>
          <a:ext cx="1518750" cy="15187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F68C30-AEF7-4F46-8868-6EE7C2B74747}">
      <dsp:nvSpPr>
        <dsp:cNvPr id="0" name=""/>
        <dsp:cNvSpPr/>
      </dsp:nvSpPr>
      <dsp:spPr>
        <a:xfrm>
          <a:off x="4044352" y="2997277"/>
          <a:ext cx="337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The pdf section contains a data dictionary that helps the student find the appropriate meaning to the word.</a:t>
          </a:r>
        </a:p>
      </dsp:txBody>
      <dsp:txXfrm>
        <a:off x="4044352" y="2997277"/>
        <a:ext cx="3375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5B77-12BC-4770-86E5-6AC1BBC57F7B}" type="datetimeFigureOut">
              <a:rPr lang="en-US" smtClean="0"/>
              <a:pPr/>
              <a:t>12/31/2020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2BBA-EA96-47A1-83A1-AB4BA171F7B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5B77-12BC-4770-86E5-6AC1BBC57F7B}" type="datetimeFigureOut">
              <a:rPr lang="en-US" smtClean="0"/>
              <a:pPr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2BBA-EA96-47A1-83A1-AB4BA171F7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5B77-12BC-4770-86E5-6AC1BBC57F7B}" type="datetimeFigureOut">
              <a:rPr lang="en-US" smtClean="0"/>
              <a:pPr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2BBA-EA96-47A1-83A1-AB4BA171F7B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5B77-12BC-4770-86E5-6AC1BBC57F7B}" type="datetimeFigureOut">
              <a:rPr lang="en-US" smtClean="0"/>
              <a:pPr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2BBA-EA96-47A1-83A1-AB4BA171F7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5B77-12BC-4770-86E5-6AC1BBC57F7B}" type="datetimeFigureOut">
              <a:rPr lang="en-US" smtClean="0"/>
              <a:pPr/>
              <a:t>12/31/2020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2BBA-EA96-47A1-83A1-AB4BA171F7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5B77-12BC-4770-86E5-6AC1BBC57F7B}" type="datetimeFigureOut">
              <a:rPr lang="en-US" smtClean="0"/>
              <a:pPr/>
              <a:t>12/31/2020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2BBA-EA96-47A1-83A1-AB4BA171F7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5B77-12BC-4770-86E5-6AC1BBC57F7B}" type="datetimeFigureOut">
              <a:rPr lang="en-US" smtClean="0"/>
              <a:pPr/>
              <a:t>12/31/2020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2BBA-EA96-47A1-83A1-AB4BA171F7B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5B77-12BC-4770-86E5-6AC1BBC57F7B}" type="datetimeFigureOut">
              <a:rPr lang="en-US" smtClean="0"/>
              <a:pPr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2BBA-EA96-47A1-83A1-AB4BA171F7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5B77-12BC-4770-86E5-6AC1BBC57F7B}" type="datetimeFigureOut">
              <a:rPr lang="en-US" smtClean="0"/>
              <a:pPr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2BBA-EA96-47A1-83A1-AB4BA171F7B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5B77-12BC-4770-86E5-6AC1BBC57F7B}" type="datetimeFigureOut">
              <a:rPr lang="en-US" smtClean="0"/>
              <a:pPr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2BBA-EA96-47A1-83A1-AB4BA171F7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5B77-12BC-4770-86E5-6AC1BBC57F7B}" type="datetimeFigureOut">
              <a:rPr lang="en-US" smtClean="0"/>
              <a:pPr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2BBA-EA96-47A1-83A1-AB4BA171F7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82ED5B77-12BC-4770-86E5-6AC1BBC57F7B}" type="datetimeFigureOut">
              <a:rPr lang="en-US" smtClean="0"/>
              <a:pPr/>
              <a:t>12/31/2020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8FDB2BBA-EA96-47A1-83A1-AB4BA171F7B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8970" y="1890623"/>
            <a:ext cx="8189343" cy="4834028"/>
          </a:xfrm>
        </p:spPr>
        <p:txBody>
          <a:bodyPr lIns="91440" tIns="45720" rIns="91440" bIns="45720" anchor="b">
            <a:normAutofit/>
          </a:bodyPr>
          <a:lstStyle/>
          <a:p>
            <a:pPr algn="ctr"/>
            <a:r>
              <a:rPr lang="en-US" b="1" dirty="0"/>
              <a:t> </a:t>
            </a:r>
            <a:br>
              <a:rPr lang="en-US" sz="3100" dirty="0"/>
            </a:br>
            <a:r>
              <a:rPr lang="en-US" sz="3100" dirty="0"/>
              <a:t>                 </a:t>
            </a:r>
            <a:br>
              <a:rPr lang="en-US" sz="3100" dirty="0"/>
            </a:br>
            <a:r>
              <a:rPr lang="en-US" sz="3100" dirty="0"/>
              <a:t> 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5AF86C-4A70-4400-9737-CC9628C33F60}"/>
              </a:ext>
            </a:extLst>
          </p:cNvPr>
          <p:cNvSpPr txBox="1"/>
          <p:nvPr/>
        </p:nvSpPr>
        <p:spPr>
          <a:xfrm>
            <a:off x="1475118" y="1115683"/>
            <a:ext cx="767463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3600" b="1" dirty="0">
              <a:solidFill>
                <a:schemeClr val="accent5">
                  <a:lumMod val="50000"/>
                </a:schemeClr>
              </a:solidFill>
              <a:latin typeface="Century Schoolbook"/>
            </a:endParaRPr>
          </a:p>
        </p:txBody>
      </p:sp>
      <p:pic>
        <p:nvPicPr>
          <p:cNvPr id="5" name="Picture 5" descr="A person sitting on a wooden table&#10;&#10;Description automatically generated">
            <a:extLst>
              <a:ext uri="{FF2B5EF4-FFF2-40B4-BE49-F238E27FC236}">
                <a16:creationId xmlns:a16="http://schemas.microsoft.com/office/drawing/2014/main" id="{3DB16D90-6E71-41C2-9D49-61B2F9ED4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534" y="-2781"/>
            <a:ext cx="8149085" cy="686356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21FA68F-258F-4251-A9A4-8E646B878068}"/>
              </a:ext>
            </a:extLst>
          </p:cNvPr>
          <p:cNvSpPr txBox="1"/>
          <p:nvPr/>
        </p:nvSpPr>
        <p:spPr>
          <a:xfrm>
            <a:off x="1029419" y="4609381"/>
            <a:ext cx="745897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rgbClr val="4B2203"/>
                </a:solidFill>
                <a:latin typeface="Century Schoolbook"/>
                <a:cs typeface="Segoe UI"/>
              </a:rPr>
              <a:t>Notes and assignment sharing  system</a:t>
            </a:r>
            <a:endParaRPr lang="en-US" sz="3600" dirty="0">
              <a:latin typeface="Century Schoolbook"/>
              <a:cs typeface="Segoe UI"/>
            </a:endParaRPr>
          </a:p>
          <a:p>
            <a:r>
              <a:rPr lang="en-US" sz="3600" b="1" dirty="0">
                <a:solidFill>
                  <a:srgbClr val="4B2203"/>
                </a:solidFill>
                <a:latin typeface="Century Schoolbook"/>
                <a:cs typeface="Segoe UI"/>
              </a:rPr>
              <a:t>( A Cloud based application)</a:t>
            </a:r>
            <a:r>
              <a:rPr lang="en-US" sz="3600" dirty="0">
                <a:latin typeface="Century Schoolbook"/>
                <a:cs typeface="Segoe UI"/>
              </a:rPr>
              <a:t>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ctr">
            <a:normAutofit/>
          </a:bodyPr>
          <a:lstStyle/>
          <a:p>
            <a:r>
              <a:rPr lang="en-US" dirty="0"/>
              <a:t>	</a:t>
            </a:r>
            <a:r>
              <a:rPr lang="en-US" dirty="0">
                <a:latin typeface="Century Schoolbook"/>
              </a:rPr>
              <a:t>	</a:t>
            </a:r>
            <a:r>
              <a:rPr lang="en-US" u="sng" dirty="0">
                <a:latin typeface="Century Schoolbook"/>
              </a:rPr>
              <a:t>Introduction</a:t>
            </a:r>
          </a:p>
        </p:txBody>
      </p:sp>
      <p:graphicFrame>
        <p:nvGraphicFramePr>
          <p:cNvPr id="163" name="Content Placeholder 160">
            <a:extLst>
              <a:ext uri="{FF2B5EF4-FFF2-40B4-BE49-F238E27FC236}">
                <a16:creationId xmlns:a16="http://schemas.microsoft.com/office/drawing/2014/main" id="{918DC25E-8F66-4118-932B-CB0802BED5A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35608" y="1447800"/>
          <a:ext cx="7498080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ctr">
            <a:normAutofit fontScale="90000"/>
          </a:bodyPr>
          <a:lstStyle/>
          <a:p>
            <a:r>
              <a:rPr lang="en-US" b="1" dirty="0"/>
              <a:t>		  </a:t>
            </a:r>
            <a:r>
              <a:rPr lang="en-US" sz="4400" b="1" dirty="0"/>
              <a:t> </a:t>
            </a:r>
            <a:r>
              <a:rPr lang="en-US" sz="4400" b="1" dirty="0">
                <a:latin typeface="Century Schoolbook"/>
              </a:rPr>
              <a:t> </a:t>
            </a:r>
            <a:r>
              <a:rPr lang="en-US" sz="4400" b="1" u="sng" dirty="0">
                <a:latin typeface="Century Schoolbook"/>
              </a:rPr>
              <a:t>Objectives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30DC4F8-2327-4214-A259-DE6FA572EF3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35608" y="1447800"/>
          <a:ext cx="7498080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ctr">
            <a:normAutofit/>
          </a:bodyPr>
          <a:lstStyle/>
          <a:p>
            <a:pPr algn="ctr"/>
            <a:r>
              <a:rPr lang="en-US" u="sng" dirty="0">
                <a:latin typeface="Century Schoolbook"/>
              </a:rPr>
              <a:t>Features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74748A07-F15A-4F46-916E-21FA26047F0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35608" y="1447800"/>
          <a:ext cx="7498080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ctr">
            <a:normAutofit/>
          </a:bodyPr>
          <a:lstStyle/>
          <a:p>
            <a:r>
              <a:rPr lang="en-US" u="sng" dirty="0">
                <a:latin typeface="Century Schoolbook"/>
              </a:rPr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lIns="91440" tIns="45720" rIns="91440" bIns="45720" anchor="t">
            <a:normAutofit/>
          </a:bodyPr>
          <a:lstStyle/>
          <a:p>
            <a:pPr indent="-283210"/>
            <a:r>
              <a:rPr lang="en-US" dirty="0">
                <a:latin typeface="Century Schoolbook"/>
              </a:rPr>
              <a:t>Student</a:t>
            </a:r>
          </a:p>
          <a:p>
            <a:pPr indent="-283210"/>
            <a:r>
              <a:rPr lang="en-US" dirty="0">
                <a:latin typeface="Century Schoolbook"/>
              </a:rPr>
              <a:t>Faculty</a:t>
            </a:r>
          </a:p>
          <a:p>
            <a:pPr indent="-283210"/>
            <a:r>
              <a:rPr lang="en-US" dirty="0">
                <a:latin typeface="Century Schoolbook"/>
              </a:rPr>
              <a:t>Admin</a:t>
            </a:r>
          </a:p>
        </p:txBody>
      </p:sp>
      <p:pic>
        <p:nvPicPr>
          <p:cNvPr id="5" name="Picture 4" descr="Student1.jpg">
            <a:extLst>
              <a:ext uri="{FF2B5EF4-FFF2-40B4-BE49-F238E27FC236}">
                <a16:creationId xmlns:a16="http://schemas.microsoft.com/office/drawing/2014/main" id="{5C61A065-22D5-4FD5-A134-537494AEF35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t="8498" r="2778" b="5534"/>
          <a:stretch>
            <a:fillRect/>
          </a:stretch>
        </p:blipFill>
        <p:spPr>
          <a:xfrm>
            <a:off x="6606395" y="401127"/>
            <a:ext cx="2448465" cy="2044461"/>
          </a:xfrm>
          <a:prstGeom prst="rect">
            <a:avLst/>
          </a:prstGeom>
        </p:spPr>
      </p:pic>
      <p:pic>
        <p:nvPicPr>
          <p:cNvPr id="6" name="Picture 6" descr="A group of people sitting at a table in a library&#10;&#10;Description automatically generated">
            <a:extLst>
              <a:ext uri="{FF2B5EF4-FFF2-40B4-BE49-F238E27FC236}">
                <a16:creationId xmlns:a16="http://schemas.microsoft.com/office/drawing/2014/main" id="{BA6FF95D-D70C-4B07-86FD-63EFD08E9D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8626" y="2441088"/>
            <a:ext cx="2743200" cy="2119599"/>
          </a:xfrm>
          <a:prstGeom prst="rect">
            <a:avLst/>
          </a:prstGeom>
        </p:spPr>
      </p:pic>
      <p:pic>
        <p:nvPicPr>
          <p:cNvPr id="7" name="Picture 7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230DC455-74EE-4357-9F09-FEFA96BC33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664" y="4553901"/>
            <a:ext cx="2743200" cy="21784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714A4-B2E1-4EE9-8AE2-0E755DD37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ctr">
            <a:normAutofit/>
          </a:bodyPr>
          <a:lstStyle/>
          <a:p>
            <a:r>
              <a:rPr lang="en-US" dirty="0"/>
              <a:t>       </a:t>
            </a:r>
            <a:r>
              <a:rPr lang="en-US" u="sng" dirty="0"/>
              <a:t> </a:t>
            </a:r>
            <a:r>
              <a:rPr lang="en-US" u="sng" dirty="0">
                <a:latin typeface="Century Schoolbook"/>
              </a:rPr>
              <a:t>Use Case Diagram</a:t>
            </a:r>
          </a:p>
        </p:txBody>
      </p:sp>
      <p:pic>
        <p:nvPicPr>
          <p:cNvPr id="4" name="Picture 4" descr="Diagram&#10;&#10;Description automatically generated">
            <a:extLst>
              <a:ext uri="{FF2B5EF4-FFF2-40B4-BE49-F238E27FC236}">
                <a16:creationId xmlns:a16="http://schemas.microsoft.com/office/drawing/2014/main" id="{7AA1277A-9E2C-4D03-95D8-9B5C5144AE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3290" y="1447800"/>
            <a:ext cx="6722715" cy="4800600"/>
          </a:xfrm>
        </p:spPr>
      </p:pic>
    </p:spTree>
    <p:extLst>
      <p:ext uri="{BB962C8B-B14F-4D97-AF65-F5344CB8AC3E}">
        <p14:creationId xmlns:p14="http://schemas.microsoft.com/office/powerpoint/2010/main" val="3442430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26633-0438-4D49-B3A1-2FC909618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ctr">
            <a:normAutofit/>
          </a:bodyPr>
          <a:lstStyle/>
          <a:p>
            <a:r>
              <a:rPr lang="en-US" dirty="0"/>
              <a:t>              </a:t>
            </a:r>
            <a:r>
              <a:rPr lang="en-US" u="sng" dirty="0">
                <a:latin typeface="Century Schoolbook"/>
              </a:rPr>
              <a:t>ER-Diagram</a:t>
            </a:r>
          </a:p>
        </p:txBody>
      </p:sp>
      <p:pic>
        <p:nvPicPr>
          <p:cNvPr id="4" name="Picture 4" descr="Diagram&#10;&#10;Description automatically generated">
            <a:extLst>
              <a:ext uri="{FF2B5EF4-FFF2-40B4-BE49-F238E27FC236}">
                <a16:creationId xmlns:a16="http://schemas.microsoft.com/office/drawing/2014/main" id="{14D3F650-77B9-4318-80D0-E44FF3D04E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838" y="1447800"/>
            <a:ext cx="5911620" cy="4800600"/>
          </a:xfrm>
        </p:spPr>
      </p:pic>
    </p:spTree>
    <p:extLst>
      <p:ext uri="{BB962C8B-B14F-4D97-AF65-F5344CB8AC3E}">
        <p14:creationId xmlns:p14="http://schemas.microsoft.com/office/powerpoint/2010/main" val="3293544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FEA97-AE59-4D9E-BFC2-76E7783CF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ctr">
            <a:normAutofit/>
          </a:bodyPr>
          <a:lstStyle/>
          <a:p>
            <a:r>
              <a:rPr lang="en-US" u="sng">
                <a:latin typeface="Century Schoolbook"/>
              </a:rP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2FD5173-3CDA-43B5-B50E-7376678C8E3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35608" y="1447800"/>
          <a:ext cx="7498080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5301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61430" y="2412468"/>
            <a:ext cx="184731" cy="92333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/>
            <a:endParaRPr lang="en-US" sz="5400" b="1" cap="all" dirty="0">
              <a:ln/>
              <a:solidFill>
                <a:schemeClr val="accent1"/>
              </a:solidFill>
              <a:effectLst>
                <a:outerShdw blurRad="19685" dist="12700" dir="5400000" algn="tl" rotWithShape="0">
                  <a:srgbClr val="3891A7">
                    <a:satMod val="130000"/>
                    <a:alpha val="60000"/>
                  </a:srgbClr>
                </a:outerShdw>
                <a:reflection blurRad="10000" stA="55000" endPos="48000" dist="500" dir="5400000" sy="-100000" algn="bl" rotWithShape="0"/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BB2E3C-409C-4A1B-9402-8169AA4171E1}"/>
              </a:ext>
            </a:extLst>
          </p:cNvPr>
          <p:cNvSpPr txBox="1"/>
          <p:nvPr/>
        </p:nvSpPr>
        <p:spPr>
          <a:xfrm>
            <a:off x="6406551" y="5529532"/>
            <a:ext cx="27432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000" b="1" i="1" dirty="0">
              <a:solidFill>
                <a:schemeClr val="accent3">
                  <a:lumMod val="50000"/>
                </a:schemeClr>
              </a:solidFill>
              <a:latin typeface="Century Schoolbook"/>
            </a:endParaRPr>
          </a:p>
        </p:txBody>
      </p:sp>
      <p:pic>
        <p:nvPicPr>
          <p:cNvPr id="3" name="Picture 4" descr="A picture containing calendar&#10;&#10;Description automatically generated">
            <a:extLst>
              <a:ext uri="{FF2B5EF4-FFF2-40B4-BE49-F238E27FC236}">
                <a16:creationId xmlns:a16="http://schemas.microsoft.com/office/drawing/2014/main" id="{31E8EF4F-DD08-4152-9B15-EBDFD551B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665" y="-58228"/>
            <a:ext cx="8149086" cy="70032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C04DB95-B078-43FF-97AA-8F51AA2F49E0}"/>
              </a:ext>
            </a:extLst>
          </p:cNvPr>
          <p:cNvSpPr txBox="1"/>
          <p:nvPr/>
        </p:nvSpPr>
        <p:spPr>
          <a:xfrm>
            <a:off x="7039155" y="5745192"/>
            <a:ext cx="27432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i="1">
                <a:solidFill>
                  <a:srgbClr val="611617"/>
                </a:solidFill>
                <a:latin typeface="Century Schoolbook"/>
                <a:cs typeface="Segoe UI"/>
              </a:rPr>
              <a:t>Presented by:-</a:t>
            </a:r>
            <a:r>
              <a:rPr lang="en-US">
                <a:latin typeface="Century Schoolbook"/>
                <a:cs typeface="Segoe UI"/>
              </a:rPr>
              <a:t>​</a:t>
            </a:r>
          </a:p>
          <a:p>
            <a:r>
              <a:rPr lang="en-US" b="1" i="1">
                <a:solidFill>
                  <a:srgbClr val="611617"/>
                </a:solidFill>
                <a:latin typeface="Century Schoolbook"/>
                <a:cs typeface="Segoe UI"/>
              </a:rPr>
              <a:t>Varad Nair</a:t>
            </a:r>
            <a:r>
              <a:rPr lang="en-US">
                <a:latin typeface="Century Schoolbook"/>
                <a:cs typeface="Segoe UI"/>
              </a:rPr>
              <a:t>​</a:t>
            </a:r>
          </a:p>
          <a:p>
            <a:r>
              <a:rPr lang="en-US" b="1" i="1">
                <a:solidFill>
                  <a:srgbClr val="611617"/>
                </a:solidFill>
                <a:latin typeface="Century Schoolbook"/>
                <a:cs typeface="Segoe UI"/>
              </a:rPr>
              <a:t>Utkarsh Malviya</a:t>
            </a:r>
            <a:r>
              <a:rPr lang="en-US">
                <a:latin typeface="Century Schoolbook"/>
                <a:cs typeface="Segoe UI"/>
              </a:rPr>
              <a:t>​</a:t>
            </a:r>
          </a:p>
          <a:p>
            <a:r>
              <a:rPr lang="en-US" b="1" i="1">
                <a:solidFill>
                  <a:srgbClr val="611617"/>
                </a:solidFill>
                <a:latin typeface="Century Schoolbook"/>
                <a:cs typeface="Segoe UI"/>
              </a:rPr>
              <a:t>Safalata Singh</a:t>
            </a:r>
            <a:r>
              <a:rPr lang="en-US">
                <a:latin typeface="Century Schoolbook"/>
                <a:cs typeface="Segoe UI"/>
              </a:rPr>
              <a:t>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AF2AE3-2867-489F-84ED-24B9588399B0}"/>
              </a:ext>
            </a:extLst>
          </p:cNvPr>
          <p:cNvSpPr txBox="1"/>
          <p:nvPr/>
        </p:nvSpPr>
        <p:spPr>
          <a:xfrm>
            <a:off x="2753803" y="4665992"/>
            <a:ext cx="478478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i="1" dirty="0">
                <a:solidFill>
                  <a:schemeClr val="accent5">
                    <a:lumMod val="75000"/>
                  </a:schemeClr>
                </a:solidFill>
                <a:latin typeface="Century Schoolbook"/>
              </a:rPr>
              <a:t>Your Queries are welcome!!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119</TotalTime>
  <Words>187</Words>
  <Application>Microsoft Office PowerPoint</Application>
  <PresentationFormat>On-screen Show (4:3)</PresentationFormat>
  <Paragraphs>31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Solstice</vt:lpstr>
      <vt:lpstr>                      </vt:lpstr>
      <vt:lpstr>  Introduction</vt:lpstr>
      <vt:lpstr>      Objectives </vt:lpstr>
      <vt:lpstr>Features</vt:lpstr>
      <vt:lpstr>Modules</vt:lpstr>
      <vt:lpstr>        Use Case Diagram</vt:lpstr>
      <vt:lpstr>              ER-Diagram</vt:lpstr>
      <vt:lpstr>Conclusion</vt:lpstr>
      <vt:lpstr>PowerPoint Presentation</vt:lpstr>
    </vt:vector>
  </TitlesOfParts>
  <Company>Deftones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Notes &amp; Assignments Sharing System (Cloud based)   Under the guidance of Mr. Abhishek Malviya                    Team Members:-</dc:title>
  <dc:creator>user</dc:creator>
  <cp:lastModifiedBy>user</cp:lastModifiedBy>
  <cp:revision>306</cp:revision>
  <dcterms:created xsi:type="dcterms:W3CDTF">2020-12-31T06:06:38Z</dcterms:created>
  <dcterms:modified xsi:type="dcterms:W3CDTF">2021-01-01T06:29:26Z</dcterms:modified>
</cp:coreProperties>
</file>